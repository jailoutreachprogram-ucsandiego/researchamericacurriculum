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 id="214748366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Lst>
  <p:sldSz cy="10287000" cx="18288000"/>
  <p:notesSz cx="6858000" cy="9144000"/>
  <p:embeddedFontLst>
    <p:embeddedFont>
      <p:font typeface="Roboto"/>
      <p:regular r:id="rId89"/>
      <p:bold r:id="rId90"/>
      <p:italic r:id="rId91"/>
      <p:boldItalic r:id="rId92"/>
    </p:embeddedFont>
    <p:embeddedFont>
      <p:font typeface="Nunito"/>
      <p:regular r:id="rId93"/>
      <p:bold r:id="rId94"/>
      <p:italic r:id="rId95"/>
      <p:boldItalic r:id="rId96"/>
    </p:embeddedFont>
    <p:embeddedFont>
      <p:font typeface="Poppins"/>
      <p:regular r:id="rId97"/>
      <p:bold r:id="rId98"/>
      <p:italic r:id="rId99"/>
      <p:boldItalic r:id="rId100"/>
    </p:embeddedFont>
    <p:embeddedFont>
      <p:font typeface="Maven Pro"/>
      <p:regular r:id="rId101"/>
      <p:bold r:id="rId102"/>
    </p:embeddedFont>
    <p:embeddedFont>
      <p:font typeface="Poppins Medium"/>
      <p:regular r:id="rId103"/>
      <p:bold r:id="rId104"/>
      <p:italic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07" roundtripDataSignature="AMtx7mjtfa1GmWNMaBcQos1MOPjHfeozQ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Lauren Stanwick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D305A8-9C28-4498-B054-4B8704CC307A}">
  <a:tblStyle styleId="{72D305A8-9C28-4498-B054-4B8704CC307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89" Type="http://schemas.openxmlformats.org/officeDocument/2006/relationships/font" Target="fonts/Roboto-regular.fntdata"/><Relationship Id="rId90" Type="http://schemas.openxmlformats.org/officeDocument/2006/relationships/font" Target="fonts/Roboto-bold.fntdata"/><Relationship Id="rId91" Type="http://schemas.openxmlformats.org/officeDocument/2006/relationships/font" Target="fonts/Roboto-italic.fntdata"/><Relationship Id="rId92" Type="http://schemas.openxmlformats.org/officeDocument/2006/relationships/font" Target="fonts/Roboto-boldItalic.fntdata"/><Relationship Id="rId93" Type="http://schemas.openxmlformats.org/officeDocument/2006/relationships/font" Target="fonts/Nunito-regular.fntdata"/><Relationship Id="rId94" Type="http://schemas.openxmlformats.org/officeDocument/2006/relationships/font" Target="fonts/Nunito-bold.fntdata"/><Relationship Id="rId95" Type="http://schemas.openxmlformats.org/officeDocument/2006/relationships/font" Target="fonts/Nunito-italic.fntdata"/><Relationship Id="rId96" Type="http://schemas.openxmlformats.org/officeDocument/2006/relationships/font" Target="fonts/Nunito-boldItalic.fntdata"/><Relationship Id="rId97" Type="http://schemas.openxmlformats.org/officeDocument/2006/relationships/font" Target="fonts/Poppins-regular.fntdata"/><Relationship Id="rId98" Type="http://schemas.openxmlformats.org/officeDocument/2006/relationships/font" Target="fonts/Poppins-bold.fntdata"/><Relationship Id="rId99" Type="http://schemas.openxmlformats.org/officeDocument/2006/relationships/font" Target="fonts/Poppins-italic.fntdata"/><Relationship Id="rId100" Type="http://schemas.openxmlformats.org/officeDocument/2006/relationships/font" Target="fonts/Poppins-boldItalic.fntdata"/><Relationship Id="rId101" Type="http://schemas.openxmlformats.org/officeDocument/2006/relationships/font" Target="fonts/MavenPro-regular.fntdata"/><Relationship Id="rId102" Type="http://schemas.openxmlformats.org/officeDocument/2006/relationships/font" Target="fonts/MavenPro-bold.fntdata"/><Relationship Id="rId103" Type="http://schemas.openxmlformats.org/officeDocument/2006/relationships/font" Target="fonts/PoppinsMedium-regular.fntdata"/><Relationship Id="rId104" Type="http://schemas.openxmlformats.org/officeDocument/2006/relationships/font" Target="fonts/PoppinsMedium-bold.fntdata"/><Relationship Id="rId105" Type="http://schemas.openxmlformats.org/officeDocument/2006/relationships/font" Target="fonts/PoppinsMedium-italic.fntdata"/><Relationship Id="rId106" Type="http://schemas.openxmlformats.org/officeDocument/2006/relationships/font" Target="fonts/PoppinsMedium-boldItalic.fntdata"/><Relationship Id="rId10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news.org/article/shrews-winter-organ-mass-adaptation" TargetMode="External"/><Relationship Id="rId3" Type="http://schemas.openxmlformats.org/officeDocument/2006/relationships/hyperlink" Target="https://www.theguardian.com/environment/2026/aug/19/shrews-bigger-snouts-winter-cold-air" TargetMode="External"/><Relationship Id="rId4" Type="http://schemas.openxmlformats.org/officeDocument/2006/relationships/hyperlink" Target="https://royalsocietypublishing.org/rspb/article/293/2077/20260244/482819/Dehnel-s-phenomenon-is-not-a-simple-reduction-of" TargetMode="External"/><Relationship Id="rId5" Type="http://schemas.openxmlformats.org/officeDocument/2006/relationships/hyperlink" Target="https://phys.org/news/2026-01-small-mammals-brains-survive-cold.html"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ab130731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ab1307313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ab1307313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fab1307313_0_2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u="sng">
                <a:solidFill>
                  <a:schemeClr val="hlink"/>
                </a:solidFill>
                <a:hlinkClick r:id="rId2"/>
              </a:rPr>
              <a:t>https://www.sciencenews.org/article/shrews-winter-organ-mass-adaptation</a:t>
            </a:r>
            <a:r>
              <a:rPr lang="en-US"/>
              <a:t> </a:t>
            </a:r>
            <a:endParaRPr/>
          </a:p>
          <a:p>
            <a:pPr indent="0" lvl="0" marL="0" rtl="0" algn="l">
              <a:spcBef>
                <a:spcPts val="0"/>
              </a:spcBef>
              <a:spcAft>
                <a:spcPts val="0"/>
              </a:spcAft>
              <a:buNone/>
            </a:pPr>
            <a:r>
              <a:rPr lang="en-US" u="sng">
                <a:solidFill>
                  <a:schemeClr val="hlink"/>
                </a:solidFill>
                <a:hlinkClick r:id="rId3"/>
              </a:rPr>
              <a:t>https://www.theguardian.com/environment/2026/aug/19/shrews-bigger-snouts-winter-cold-air</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4"/>
              </a:rPr>
              <a:t>https://royalsocietypublishing.org/rspb/article/293/2077/20260244/482819/Dehnel-s-phenomenon-is-not-a-simple-reduction-of</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solidFill>
                  <a:srgbClr val="1A1A1A"/>
                </a:solidFill>
                <a:highlight>
                  <a:srgbClr val="FFFFFF"/>
                </a:highlight>
                <a:latin typeface="Arial"/>
                <a:ea typeface="Arial"/>
                <a:cs typeface="Arial"/>
                <a:sym typeface="Arial"/>
              </a:rPr>
              <a:t>Tomakomai, Hokkaido, Japan.</a:t>
            </a:r>
            <a:endParaRPr>
              <a:solidFill>
                <a:srgbClr val="1A1A1A"/>
              </a:solidFill>
              <a:highlight>
                <a:srgbClr val="FFFFFF"/>
              </a:highlight>
              <a:latin typeface="Arial"/>
              <a:ea typeface="Arial"/>
              <a:cs typeface="Arial"/>
              <a:sym typeface="Arial"/>
            </a:endParaRPr>
          </a:p>
          <a:p>
            <a:pPr indent="0" lvl="0" marL="0" rtl="0" algn="l">
              <a:spcBef>
                <a:spcPts val="0"/>
              </a:spcBef>
              <a:spcAft>
                <a:spcPts val="0"/>
              </a:spcAft>
              <a:buNone/>
            </a:pPr>
            <a:r>
              <a:rPr lang="en-US">
                <a:solidFill>
                  <a:srgbClr val="1A1A1A"/>
                </a:solidFill>
                <a:highlight>
                  <a:srgbClr val="FFFFFF"/>
                </a:highlight>
                <a:latin typeface="Arial"/>
                <a:ea typeface="Arial"/>
                <a:cs typeface="Arial"/>
                <a:sym typeface="Arial"/>
              </a:rPr>
              <a:t>summers high of 75 F, winter low of 15 F</a:t>
            </a:r>
            <a:endParaRPr>
              <a:solidFill>
                <a:srgbClr val="1A1A1A"/>
              </a:solidFill>
              <a:highlight>
                <a:srgbClr val="FFFFFF"/>
              </a:highlight>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5"/>
              </a:rPr>
              <a:t>https://phys.org/news/2026-01-small-mammals-brains-survive-cold.html</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fab1307313_0_558: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fab1307313_0_558: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g3fab1307313_0_558: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f7282457ef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f7282457ef_0_2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f7282457ef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f7282457ef_0_5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f74caaad3a_0_33: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f74caaad3a_0_33: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g3f74caaad3a_0_33: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f74caaad3a_0_44: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f74caaad3a_0_44: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f74caaad3a_0_44: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f74caaad3a_0_56: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f74caaad3a_0_56: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g3f74caaad3a_0_56: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f74caaad3a_0_6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f74caaad3a_0_67: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lang="en-US" sz="1500">
                <a:latin typeface="Roboto"/>
                <a:ea typeface="Roboto"/>
                <a:cs typeface="Roboto"/>
                <a:sym typeface="Roboto"/>
              </a:rPr>
              <a:t>Core Ingredients and Their Functions</a:t>
            </a:r>
            <a:endParaRPr sz="1500">
              <a:latin typeface="Roboto"/>
              <a:ea typeface="Roboto"/>
              <a:cs typeface="Roboto"/>
              <a:sym typeface="Roboto"/>
            </a:endParaRPr>
          </a:p>
          <a:p>
            <a:pPr indent="-304800" lvl="0" marL="457200" rtl="0" algn="l">
              <a:lnSpc>
                <a:spcPct val="115000"/>
              </a:lnSpc>
              <a:spcBef>
                <a:spcPts val="900"/>
              </a:spcBef>
              <a:spcAft>
                <a:spcPts val="0"/>
              </a:spcAft>
              <a:buClr>
                <a:schemeClr val="dk1"/>
              </a:buClr>
              <a:buSzPts val="1200"/>
              <a:buFont typeface="Roboto"/>
              <a:buChar char="●"/>
            </a:pPr>
            <a:r>
              <a:rPr b="1" lang="en-US">
                <a:latin typeface="Roboto"/>
                <a:ea typeface="Roboto"/>
                <a:cs typeface="Roboto"/>
                <a:sym typeface="Roboto"/>
              </a:rPr>
              <a:t>Flour (Wheat):</a:t>
            </a:r>
            <a:r>
              <a:rPr lang="en-US">
                <a:latin typeface="Roboto"/>
                <a:ea typeface="Roboto"/>
                <a:cs typeface="Roboto"/>
                <a:sym typeface="Roboto"/>
              </a:rPr>
              <a:t> Provides the bulk structure and starch binder. When mixed with water, the proteins in flour form gluten matrices that give the dough its solid, moldable body</a:t>
            </a:r>
            <a:endParaRPr>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US">
                <a:latin typeface="Roboto"/>
                <a:ea typeface="Roboto"/>
                <a:cs typeface="Roboto"/>
                <a:sym typeface="Roboto"/>
              </a:rPr>
              <a:t>Water:</a:t>
            </a:r>
            <a:r>
              <a:rPr lang="en-US">
                <a:latin typeface="Roboto"/>
                <a:ea typeface="Roboto"/>
                <a:cs typeface="Roboto"/>
                <a:sym typeface="Roboto"/>
              </a:rPr>
              <a:t> Hydrates the flour and dissolves the salt, turning a powdery mixture into a unified, cohesive dough. </a:t>
            </a:r>
            <a:endParaRPr>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US">
                <a:latin typeface="Roboto"/>
                <a:ea typeface="Roboto"/>
                <a:cs typeface="Roboto"/>
                <a:sym typeface="Roboto"/>
              </a:rPr>
              <a:t>Salt (Sodium Chloride):</a:t>
            </a:r>
            <a:r>
              <a:rPr lang="en-US">
                <a:latin typeface="Roboto"/>
                <a:ea typeface="Roboto"/>
                <a:cs typeface="Roboto"/>
                <a:sym typeface="Roboto"/>
              </a:rPr>
              <a:t> Acts as a powerful natural preservative to inhibit mold and bacterial growth. It also hardens the structure slightly and deters young children or pets from eating the dough due to its intense, unpleasant taste.</a:t>
            </a:r>
            <a:endParaRPr>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US">
                <a:latin typeface="Roboto"/>
                <a:ea typeface="Roboto"/>
                <a:cs typeface="Roboto"/>
                <a:sym typeface="Roboto"/>
              </a:rPr>
              <a:t>Cream of Tartar (Potassium Bitartrate):</a:t>
            </a:r>
            <a:r>
              <a:rPr lang="en-US">
                <a:latin typeface="Roboto"/>
                <a:ea typeface="Roboto"/>
                <a:cs typeface="Roboto"/>
                <a:sym typeface="Roboto"/>
              </a:rPr>
              <a:t> Acts as an acid that disrupts tight protein clumping in the flour, preventing the dough from becoming crumbly and making it stretchy, smooth, and elastic. It also enhances preservation. </a:t>
            </a:r>
            <a:endParaRPr>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US">
                <a:latin typeface="Roboto"/>
                <a:ea typeface="Roboto"/>
                <a:cs typeface="Roboto"/>
                <a:sym typeface="Roboto"/>
              </a:rPr>
              <a:t>Vegetable Oil:</a:t>
            </a:r>
            <a:r>
              <a:rPr lang="en-US">
                <a:latin typeface="Roboto"/>
                <a:ea typeface="Roboto"/>
                <a:cs typeface="Roboto"/>
                <a:sym typeface="Roboto"/>
              </a:rPr>
              <a:t> Serves as a lubricant that coats the flour and gluten strands. This retains moisture so the dough stays soft, prevents it from sticking to hands, and gives it a smooth sheen.</a:t>
            </a:r>
            <a:endParaRPr>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US">
                <a:latin typeface="Roboto"/>
                <a:ea typeface="Roboto"/>
                <a:cs typeface="Roboto"/>
                <a:sym typeface="Roboto"/>
              </a:rPr>
              <a:t>Food Coloring / Pigments:</a:t>
            </a:r>
            <a:r>
              <a:rPr lang="en-US">
                <a:latin typeface="Roboto"/>
                <a:ea typeface="Roboto"/>
                <a:cs typeface="Roboto"/>
                <a:sym typeface="Roboto"/>
              </a:rPr>
              <a:t> Added strictly for visual appeal and creative engagement. </a:t>
            </a:r>
            <a:endParaRPr>
              <a:latin typeface="Roboto"/>
              <a:ea typeface="Roboto"/>
              <a:cs typeface="Roboto"/>
              <a:sym typeface="Roboto"/>
            </a:endParaRPr>
          </a:p>
          <a:p>
            <a:pPr indent="0" lvl="0" marL="0" rtl="0" algn="l">
              <a:spcBef>
                <a:spcPts val="2100"/>
              </a:spcBef>
              <a:spcAft>
                <a:spcPts val="0"/>
              </a:spcAft>
              <a:buNone/>
            </a:pPr>
            <a:r>
              <a:t/>
            </a:r>
            <a:endParaRPr/>
          </a:p>
        </p:txBody>
      </p:sp>
      <p:sp>
        <p:nvSpPr>
          <p:cNvPr id="428" name="Google Shape;428;g3f74caaad3a_0_67: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74caaad3a_0_76: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f74caaad3a_0_76: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g3f74caaad3a_0_76: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74caaad3a_0_91: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f74caaad3a_0_91: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g3f74caaad3a_0_91: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474" name="Google Shape;47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475" name="Google Shape;475;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478" name="Google Shape;47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f74caaad3a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497" name="Google Shape;497;g3f74caaad3a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498" name="Google Shape;498;g3f74caaad3a_0_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g3f74caaad3a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g3f74caaad3a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501" name="Google Shape;501;g3f74caaad3a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Biology actually interacts with each option here, just in different ways.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brain is the biological command center for all thoughts, emotions, and behaviors. Every feeling, decision, and movement comes from neural activity, which is basically electrochemical signals between these things called neurons in your brain, which we will talk more about later in the slides. For example, there is a part of your brain called the amygdala, which triggers a fear response that your body can then act on. The physical structure and function of your brain allows us to literally create the behavior you see and do every day.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Hormones are chemical messengers that can and influence and affect mood, aggression, stress, motivation, and even decision making. For example, a common hormone you might know is adrenaline, and a rush of adrenaline can cause a fight or flight response and cause behavioral changes.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Life experiences can also change the brain and behavior through a process called neuroplasticity. Things like learning, trauma, and practice/repetition can create new neural connections in your brain or strengthen old ones. Your brain is constantly changing because you are constantly gaining new experiences every day, which shapes and rewires your brain and affects how your respond.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Your social environment, which includes your culture, family, friends, and social norms also heavily influence and teach us what behaviors are acceptable and expected. Peer pressure, support systems, and cultural values also guide life choices and decisions as well. This is super influential, especially in childhood and adolescence, where we learn from others and learn how to respond emotionally and socially.</a:t>
            </a:r>
            <a:endParaRPr/>
          </a:p>
        </p:txBody>
      </p:sp>
      <p:sp>
        <p:nvSpPr>
          <p:cNvPr id="523" name="Google Shape;523;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nervous system controls everything you do, from breathing and digesting to thinking, learning, and moving.</a:t>
            </a:r>
            <a:endParaRPr/>
          </a:p>
        </p:txBody>
      </p:sp>
      <p:sp>
        <p:nvSpPr>
          <p:cNvPr id="536" name="Google Shape;536;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 you can see, there are many different parts of the nervous system all throughout the body that are responsible for different functions.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is because the nervous system is your body’s communication network, it sends messages back and forth between the brain, spinal cord, and body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sympathetic system drives the "fight-or-flight" response during stress, while the parasympathetic system manages the "rest-and-digest" state to help your body recover and save energy</a:t>
            </a:r>
            <a:endParaRPr/>
          </a:p>
        </p:txBody>
      </p:sp>
      <p:sp>
        <p:nvSpPr>
          <p:cNvPr id="548" name="Google Shape;548;p5: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These functions can be voluntary, like moving our limbs and also involuntary, such as digesting food and adjusting our heart rate and body temperature. It controls everything you do, for example </a:t>
            </a:r>
            <a:endParaRPr/>
          </a:p>
        </p:txBody>
      </p:sp>
      <p:sp>
        <p:nvSpPr>
          <p:cNvPr id="555" name="Google Shape;555;p6: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There are 2 main parts of the nervous system, the CNS and the PNS that work together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They differ in location, function, and what they are comprised of.</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CNS: made up of the brain and spinal cord - Processes information and makes decisions, Brain is the main command center, while the spinal column extends from the base of the brain down the body.</a:t>
            </a:r>
            <a:endParaRPr/>
          </a:p>
          <a:p>
            <a:pPr indent="0" lvl="0" marL="0" rtl="0" algn="l">
              <a:lnSpc>
                <a:spcPct val="100000"/>
              </a:lnSpc>
              <a:spcBef>
                <a:spcPts val="0"/>
              </a:spcBef>
              <a:spcAft>
                <a:spcPts val="0"/>
              </a:spcAft>
              <a:buSzPts val="1400"/>
              <a:buNone/>
            </a:pPr>
            <a:r>
              <a:rPr lang="en-US"/>
              <a:t>The CNS also is responsible for processing and coordinating many bodily functions such as movement, sensation, thought, and emotion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 the other hand, the PNS makes up all the nerves that are outside the CNS, such as the nerves that connect the spinal cord to the rest of the body. It transmits info between the CNS, the body’s organs, muscles, and skin.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It is also divided into 2 divisions, the somatic nervous system and the autonomic nervous system, which have different functions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	</a:t>
            </a:r>
            <a:endParaRPr/>
          </a:p>
          <a:p>
            <a:pPr indent="0" lvl="0" marL="0" rtl="0" algn="l">
              <a:lnSpc>
                <a:spcPct val="100000"/>
              </a:lnSpc>
              <a:spcBef>
                <a:spcPts val="0"/>
              </a:spcBef>
              <a:spcAft>
                <a:spcPts val="0"/>
              </a:spcAft>
              <a:buSzPts val="1400"/>
              <a:buNone/>
            </a:pPr>
            <a:r>
              <a:t/>
            </a:r>
            <a:endParaRPr/>
          </a:p>
        </p:txBody>
      </p:sp>
      <p:sp>
        <p:nvSpPr>
          <p:cNvPr id="564" name="Google Shape;564;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brains reads signals from nerves to regulate how you think, feel, and act</a:t>
            </a:r>
            <a:endParaRPr/>
          </a:p>
        </p:txBody>
      </p:sp>
      <p:sp>
        <p:nvSpPr>
          <p:cNvPr id="613" name="Google Shape;613;p8: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PNS connects your brain and spinal cord to your muscles and organs, acting as the delivery system for messages in the body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Clr>
                <a:schemeClr val="dk1"/>
              </a:buClr>
              <a:buSzPts val="1100"/>
              <a:buFont typeface="Arial"/>
              <a:buNone/>
            </a:pPr>
            <a:r>
              <a:rPr lang="en-US"/>
              <a:t>There are two parts as mentioned before, the somatic nervous system, which controls voluntary movement (walking, talking, writing)</a:t>
            </a:r>
            <a:endParaRPr/>
          </a:p>
          <a:p>
            <a:pPr indent="0" lvl="0" marL="0" rtl="0" algn="l">
              <a:lnSpc>
                <a:spcPct val="100000"/>
              </a:lnSpc>
              <a:spcBef>
                <a:spcPts val="0"/>
              </a:spcBef>
              <a:spcAft>
                <a:spcPts val="0"/>
              </a:spcAft>
              <a:buClr>
                <a:schemeClr val="dk1"/>
              </a:buClr>
              <a:buSzPts val="1100"/>
              <a:buFont typeface="Arial"/>
              <a:buNone/>
            </a:pPr>
            <a:r>
              <a:rPr lang="en-US"/>
              <a:t>and the autonomic nervous system, which control involuntary bodily functions (digestion, heart rate, body temp, sweating)</a:t>
            </a:r>
            <a:endParaRPr/>
          </a:p>
          <a:p>
            <a:pPr indent="0" lvl="0" marL="0" rtl="0" algn="l">
              <a:lnSpc>
                <a:spcPct val="100000"/>
              </a:lnSpc>
              <a:spcBef>
                <a:spcPts val="0"/>
              </a:spcBef>
              <a:spcAft>
                <a:spcPts val="0"/>
              </a:spcAft>
              <a:buSzPts val="1400"/>
              <a:buNone/>
            </a:pPr>
            <a:r>
              <a:t/>
            </a:r>
            <a:endParaRPr/>
          </a:p>
        </p:txBody>
      </p:sp>
      <p:sp>
        <p:nvSpPr>
          <p:cNvPr id="634" name="Google Shape;634;p9: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autonomic system has 2 sides that balance each other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sympathetic system, which responds to stress and is the fight or flight response, triggers involuntary responses to prepare the body for intense activity (blood rushing to muscles)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and the parasympathetic system, which promotes calmness and preserves energy by slowing heart rate and increasing digestion</a:t>
            </a:r>
            <a:endParaRPr/>
          </a:p>
        </p:txBody>
      </p:sp>
      <p:sp>
        <p:nvSpPr>
          <p:cNvPr id="650" name="Google Shape;650;p1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 PNS (somatic)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2. CNS (CNS about regulation)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3. CNS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4. PNS (autonomic) (sympathetic)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5. CNS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6. PNS (autonomic) (parasympathetic)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7. CNS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8. PNS (somatic)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9. PNS (autonomic) (parasympathetic)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10. CNS (the act of deciding is a conscious and complex action that requires levels of thought)</a:t>
            </a:r>
            <a:endParaRPr/>
          </a:p>
        </p:txBody>
      </p:sp>
      <p:sp>
        <p:nvSpPr>
          <p:cNvPr id="666" name="Google Shape;666;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ab5c83c0f_0_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 PNS (somatic)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3. CNS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4. PNS (autonomic) (sympathetic)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5. CNS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6. PNS (autonomic) (parasympathetic)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7. CNS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8. PNS (somatic)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9. PNS (autonomic) (parasympathetic)</a:t>
            </a:r>
            <a:endParaRPr/>
          </a:p>
          <a:p>
            <a:pPr indent="0" lvl="0" marL="0" rtl="0" algn="l">
              <a:lnSpc>
                <a:spcPct val="100000"/>
              </a:lnSpc>
              <a:spcBef>
                <a:spcPts val="0"/>
              </a:spcBef>
              <a:spcAft>
                <a:spcPts val="0"/>
              </a:spcAft>
              <a:buSzPts val="1400"/>
              <a:buNone/>
            </a:pPr>
            <a:r>
              <a:t/>
            </a:r>
            <a:endParaRPr/>
          </a:p>
        </p:txBody>
      </p:sp>
      <p:sp>
        <p:nvSpPr>
          <p:cNvPr id="721" name="Google Shape;721;g3fab5c83c0f_0_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fab5c83c0f_0_63: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3fab5c83c0f_0_63: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g3fab5c83c0f_0_63: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will touch on neurons later in talk</a:t>
            </a:r>
            <a:endParaRPr/>
          </a:p>
        </p:txBody>
      </p:sp>
      <p:sp>
        <p:nvSpPr>
          <p:cNvPr id="778" name="Google Shape;778;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13: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another example: the knee jerk </a:t>
            </a:r>
            <a:endParaRPr/>
          </a:p>
        </p:txBody>
      </p:sp>
      <p:sp>
        <p:nvSpPr>
          <p:cNvPr id="805" name="Google Shape;805;p14: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another example: the knee jerk </a:t>
            </a:r>
            <a:endParaRPr/>
          </a:p>
        </p:txBody>
      </p:sp>
      <p:sp>
        <p:nvSpPr>
          <p:cNvPr id="815" name="Google Shape;815;p15: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6: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1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2" name="Google Shape;832;p1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1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1400"/>
              <a:buFont typeface="Arial"/>
              <a:buNone/>
            </a:pPr>
            <a:r>
              <a:rPr lang="en-US">
                <a:solidFill>
                  <a:srgbClr val="2D2F3B"/>
                </a:solidFill>
              </a:rPr>
              <a:t>Your brain is responsible for thinking, feeling, moving, remembering, and most importantly, keeping you alive</a:t>
            </a:r>
            <a:endParaRPr/>
          </a:p>
          <a:p>
            <a:pPr indent="0" lvl="0" marL="0" rtl="0" algn="l">
              <a:lnSpc>
                <a:spcPct val="100000"/>
              </a:lnSpc>
              <a:spcBef>
                <a:spcPts val="0"/>
              </a:spcBef>
              <a:spcAft>
                <a:spcPts val="0"/>
              </a:spcAft>
              <a:buSzPts val="1400"/>
              <a:buNone/>
            </a:pPr>
            <a:r>
              <a:t/>
            </a:r>
            <a:endParaRPr/>
          </a:p>
        </p:txBody>
      </p:sp>
      <p:sp>
        <p:nvSpPr>
          <p:cNvPr id="856" name="Google Shape;856;p19: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Forebrain includes cerebrum ex: solving a problem or remembering a song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cerebellum ex: catching a ball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brain stem ex: staying alive and regulated at rest</a:t>
            </a:r>
            <a:endParaRPr/>
          </a:p>
        </p:txBody>
      </p:sp>
      <p:sp>
        <p:nvSpPr>
          <p:cNvPr id="866" name="Google Shape;866;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2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p21: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2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limbic system involved in habits as we talked about last week</a:t>
            </a:r>
            <a:endParaRPr/>
          </a:p>
        </p:txBody>
      </p:sp>
      <p:sp>
        <p:nvSpPr>
          <p:cNvPr id="906" name="Google Shape;906;p22: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2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Each lobe has a special job</a:t>
            </a:r>
            <a:endParaRPr/>
          </a:p>
        </p:txBody>
      </p:sp>
      <p:sp>
        <p:nvSpPr>
          <p:cNvPr id="913" name="Google Shape;913;p23: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2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forebrain also includes the limbic system, which is deep within the cerebrum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amygdala damage/over heightened - heightened anxiety or stress response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damage to hippocampus - memory loss (HM)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damage to hypothalamus - appetite and weight changes, hormonal imbalance, sleep dysregulation</a:t>
            </a:r>
            <a:endParaRPr/>
          </a:p>
          <a:p>
            <a:pPr indent="0" lvl="0" marL="0" rtl="0" algn="l">
              <a:lnSpc>
                <a:spcPct val="100000"/>
              </a:lnSpc>
              <a:spcBef>
                <a:spcPts val="0"/>
              </a:spcBef>
              <a:spcAft>
                <a:spcPts val="0"/>
              </a:spcAft>
              <a:buSzPts val="1400"/>
              <a:buNone/>
            </a:pPr>
            <a:r>
              <a:t/>
            </a:r>
            <a:endParaRPr/>
          </a:p>
        </p:txBody>
      </p:sp>
      <p:sp>
        <p:nvSpPr>
          <p:cNvPr id="944" name="Google Shape;944;p24: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2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7" name="Google Shape;957;p25: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2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p26: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2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especially about the cerebellum more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cognitive functions - the cerebellum also supports a thing called procedural memory, involves unconscious learning and allows for the automatic execution of tasks without conscious effort, includes motor and cognitive skills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for example, riding a bike or acquiring a language</a:t>
            </a:r>
            <a:endParaRPr/>
          </a:p>
        </p:txBody>
      </p:sp>
      <p:sp>
        <p:nvSpPr>
          <p:cNvPr id="993" name="Google Shape;993;p2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2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p28: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2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talk especially about the cerebellum more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cognitive functions - the cerebellum also supports a thing called procedural memory, involves unconscious learning and allows for the automatic execution of tasks without conscious effort, includes motor and cognitive skills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for example, riding a bike or acquiring a language</a:t>
            </a:r>
            <a:endParaRPr/>
          </a:p>
        </p:txBody>
      </p:sp>
      <p:sp>
        <p:nvSpPr>
          <p:cNvPr id="1019" name="Google Shape;1019;p29: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6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7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7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7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7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7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7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7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4"/>
          <p:cNvSpPr/>
          <p:nvPr>
            <p:ph idx="2" type="pic"/>
          </p:nvPr>
        </p:nvSpPr>
        <p:spPr>
          <a:xfrm>
            <a:off x="1792288" y="612775"/>
            <a:ext cx="5486400" cy="4114800"/>
          </a:xfrm>
          <a:prstGeom prst="rect">
            <a:avLst/>
          </a:prstGeom>
          <a:noFill/>
          <a:ln>
            <a:noFill/>
          </a:ln>
        </p:spPr>
      </p:sp>
      <p:sp>
        <p:nvSpPr>
          <p:cNvPr id="68" name="Google Shape;68;p7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7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88" name="Shape 88"/>
        <p:cNvGrpSpPr/>
        <p:nvPr/>
      </p:nvGrpSpPr>
      <p:grpSpPr>
        <a:xfrm>
          <a:off x="0" y="0"/>
          <a:ext cx="0" cy="0"/>
          <a:chOff x="0" y="0"/>
          <a:chExt cx="0" cy="0"/>
        </a:xfrm>
      </p:grpSpPr>
      <p:grpSp>
        <p:nvGrpSpPr>
          <p:cNvPr id="89" name="Google Shape;89;g3f7282457ef_0_286"/>
          <p:cNvGrpSpPr/>
          <p:nvPr/>
        </p:nvGrpSpPr>
        <p:grpSpPr>
          <a:xfrm>
            <a:off x="14686006" y="6819350"/>
            <a:ext cx="3382844" cy="3465096"/>
            <a:chOff x="7343003" y="3409675"/>
            <a:chExt cx="1691422" cy="1732548"/>
          </a:xfrm>
        </p:grpSpPr>
        <p:grpSp>
          <p:nvGrpSpPr>
            <p:cNvPr id="90" name="Google Shape;90;g3f7282457ef_0_286"/>
            <p:cNvGrpSpPr/>
            <p:nvPr/>
          </p:nvGrpSpPr>
          <p:grpSpPr>
            <a:xfrm>
              <a:off x="7343003" y="4453711"/>
              <a:ext cx="316800" cy="688512"/>
              <a:chOff x="7343003" y="4453711"/>
              <a:chExt cx="316800" cy="688512"/>
            </a:xfrm>
          </p:grpSpPr>
          <p:sp>
            <p:nvSpPr>
              <p:cNvPr id="91" name="Google Shape;91;g3f7282457ef_0_286"/>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92" name="Google Shape;92;g3f7282457ef_0_286"/>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93" name="Google Shape;93;g3f7282457ef_0_286"/>
            <p:cNvGrpSpPr/>
            <p:nvPr/>
          </p:nvGrpSpPr>
          <p:grpSpPr>
            <a:xfrm>
              <a:off x="7801210" y="4105700"/>
              <a:ext cx="316800" cy="1036523"/>
              <a:chOff x="7801210" y="4105700"/>
              <a:chExt cx="316800" cy="1036523"/>
            </a:xfrm>
          </p:grpSpPr>
          <p:sp>
            <p:nvSpPr>
              <p:cNvPr id="94" name="Google Shape;94;g3f7282457ef_0_286"/>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95" name="Google Shape;95;g3f7282457ef_0_286"/>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96" name="Google Shape;96;g3f7282457ef_0_286"/>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97" name="Google Shape;97;g3f7282457ef_0_286"/>
            <p:cNvGrpSpPr/>
            <p:nvPr/>
          </p:nvGrpSpPr>
          <p:grpSpPr>
            <a:xfrm>
              <a:off x="8259418" y="3757688"/>
              <a:ext cx="316800" cy="1384535"/>
              <a:chOff x="8259418" y="3757688"/>
              <a:chExt cx="316800" cy="1384535"/>
            </a:xfrm>
          </p:grpSpPr>
          <p:sp>
            <p:nvSpPr>
              <p:cNvPr id="98" name="Google Shape;98;g3f7282457ef_0_286"/>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99" name="Google Shape;99;g3f7282457ef_0_286"/>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0" name="Google Shape;100;g3f7282457ef_0_286"/>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1" name="Google Shape;101;g3f7282457ef_0_286"/>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02" name="Google Shape;102;g3f7282457ef_0_286"/>
            <p:cNvGrpSpPr/>
            <p:nvPr/>
          </p:nvGrpSpPr>
          <p:grpSpPr>
            <a:xfrm>
              <a:off x="8717625" y="3409675"/>
              <a:ext cx="316800" cy="1732548"/>
              <a:chOff x="8717625" y="3409675"/>
              <a:chExt cx="316800" cy="1732548"/>
            </a:xfrm>
          </p:grpSpPr>
          <p:sp>
            <p:nvSpPr>
              <p:cNvPr id="103" name="Google Shape;103;g3f7282457ef_0_286"/>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4" name="Google Shape;104;g3f7282457ef_0_286"/>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5" name="Google Shape;105;g3f7282457ef_0_286"/>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6" name="Google Shape;106;g3f7282457ef_0_286"/>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7" name="Google Shape;107;g3f7282457ef_0_286"/>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grpSp>
        <p:nvGrpSpPr>
          <p:cNvPr id="108" name="Google Shape;108;g3f7282457ef_0_286"/>
          <p:cNvGrpSpPr/>
          <p:nvPr/>
        </p:nvGrpSpPr>
        <p:grpSpPr>
          <a:xfrm>
            <a:off x="10087006" y="0"/>
            <a:ext cx="7628144" cy="7678203"/>
            <a:chOff x="5043503" y="0"/>
            <a:chExt cx="3814072" cy="3839102"/>
          </a:xfrm>
        </p:grpSpPr>
        <p:sp>
          <p:nvSpPr>
            <p:cNvPr id="109" name="Google Shape;109;g3f7282457ef_0_286"/>
            <p:cNvSpPr/>
            <p:nvPr/>
          </p:nvSpPr>
          <p:spPr>
            <a:xfrm>
              <a:off x="8460975" y="1817775"/>
              <a:ext cx="396600" cy="39660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0" name="Google Shape;110;g3f7282457ef_0_286"/>
            <p:cNvSpPr/>
            <p:nvPr/>
          </p:nvSpPr>
          <p:spPr>
            <a:xfrm rot="-9830444">
              <a:off x="6469759" y="3480727"/>
              <a:ext cx="320148" cy="320148"/>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nvGrpSpPr>
            <p:cNvPr id="111" name="Google Shape;111;g3f7282457ef_0_286"/>
            <p:cNvGrpSpPr/>
            <p:nvPr/>
          </p:nvGrpSpPr>
          <p:grpSpPr>
            <a:xfrm>
              <a:off x="7647815" y="2704283"/>
              <a:ext cx="635220" cy="635219"/>
              <a:chOff x="6725724" y="2701260"/>
              <a:chExt cx="1208101" cy="1208100"/>
            </a:xfrm>
          </p:grpSpPr>
          <p:sp>
            <p:nvSpPr>
              <p:cNvPr id="112" name="Google Shape;112;g3f7282457ef_0_286"/>
              <p:cNvSpPr/>
              <p:nvPr/>
            </p:nvSpPr>
            <p:spPr>
              <a:xfrm rot="5400000">
                <a:off x="6725725" y="2701260"/>
                <a:ext cx="1208100" cy="120810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3" name="Google Shape;113;g3f7282457ef_0_286"/>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4" name="Google Shape;114;g3f7282457ef_0_286"/>
              <p:cNvSpPr/>
              <p:nvPr/>
            </p:nvSpPr>
            <p:spPr>
              <a:xfrm rot="5400000">
                <a:off x="6954988" y="2930398"/>
                <a:ext cx="749700" cy="74970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15" name="Google Shape;115;g3f7282457ef_0_286"/>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nvGrpSpPr>
            <p:cNvPr id="116" name="Google Shape;116;g3f7282457ef_0_286"/>
            <p:cNvGrpSpPr/>
            <p:nvPr/>
          </p:nvGrpSpPr>
          <p:grpSpPr>
            <a:xfrm>
              <a:off x="7952718" y="179238"/>
              <a:ext cx="873165" cy="873002"/>
              <a:chOff x="7754428" y="208725"/>
              <a:chExt cx="541800" cy="541800"/>
            </a:xfrm>
          </p:grpSpPr>
          <p:sp>
            <p:nvSpPr>
              <p:cNvPr id="117" name="Google Shape;117;g3f7282457ef_0_286"/>
              <p:cNvSpPr/>
              <p:nvPr/>
            </p:nvSpPr>
            <p:spPr>
              <a:xfrm rot="-8647347">
                <a:off x="7831319" y="285616"/>
                <a:ext cx="388018" cy="388018"/>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8" name="Google Shape;118;g3f7282457ef_0_286"/>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19" name="Google Shape;119;g3f7282457ef_0_286"/>
            <p:cNvSpPr/>
            <p:nvPr/>
          </p:nvSpPr>
          <p:spPr>
            <a:xfrm>
              <a:off x="5399840" y="356365"/>
              <a:ext cx="2577000" cy="257700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0" name="Google Shape;120;g3f7282457ef_0_286"/>
            <p:cNvSpPr/>
            <p:nvPr/>
          </p:nvSpPr>
          <p:spPr>
            <a:xfrm rot="2043858">
              <a:off x="5503813" y="460310"/>
              <a:ext cx="2369480" cy="236948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1" name="Google Shape;121;g3f7282457ef_0_286"/>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2" name="Google Shape;122;g3f7282457ef_0_286"/>
            <p:cNvSpPr/>
            <p:nvPr/>
          </p:nvSpPr>
          <p:spPr>
            <a:xfrm rot="2044777">
              <a:off x="5911449" y="867729"/>
              <a:ext cx="1554223" cy="1554223"/>
            </a:xfrm>
            <a:prstGeom prst="ellips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3" name="Google Shape;123;g3f7282457ef_0_286"/>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4" name="Google Shape;124;g3f7282457ef_0_286"/>
            <p:cNvSpPr/>
            <p:nvPr/>
          </p:nvSpPr>
          <p:spPr>
            <a:xfrm rot="-9830444">
              <a:off x="6469759" y="3480726"/>
              <a:ext cx="320148" cy="320148"/>
            </a:xfrm>
            <a:prstGeom prst="pie">
              <a:avLst>
                <a:gd fmla="val 19376841" name="adj1"/>
                <a:gd fmla="val 1620000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25" name="Google Shape;125;g3f7282457ef_0_286"/>
          <p:cNvSpPr txBox="1"/>
          <p:nvPr>
            <p:ph type="ctrTitle"/>
          </p:nvPr>
        </p:nvSpPr>
        <p:spPr>
          <a:xfrm>
            <a:off x="1648000" y="3227626"/>
            <a:ext cx="8511000" cy="37458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Clr>
                <a:schemeClr val="lt1"/>
              </a:buClr>
              <a:buSzPts val="7200"/>
              <a:buNone/>
              <a:defRPr sz="7200">
                <a:solidFill>
                  <a:schemeClr val="lt1"/>
                </a:solidFill>
              </a:defRPr>
            </a:lvl1pPr>
            <a:lvl2pPr lvl="1" algn="l">
              <a:lnSpc>
                <a:spcPct val="100000"/>
              </a:lnSpc>
              <a:spcBef>
                <a:spcPts val="0"/>
              </a:spcBef>
              <a:spcAft>
                <a:spcPts val="0"/>
              </a:spcAft>
              <a:buClr>
                <a:schemeClr val="lt1"/>
              </a:buClr>
              <a:buSzPts val="7200"/>
              <a:buNone/>
              <a:defRPr sz="7200">
                <a:solidFill>
                  <a:schemeClr val="lt1"/>
                </a:solidFill>
              </a:defRPr>
            </a:lvl2pPr>
            <a:lvl3pPr lvl="2" algn="l">
              <a:lnSpc>
                <a:spcPct val="100000"/>
              </a:lnSpc>
              <a:spcBef>
                <a:spcPts val="0"/>
              </a:spcBef>
              <a:spcAft>
                <a:spcPts val="0"/>
              </a:spcAft>
              <a:buClr>
                <a:schemeClr val="lt1"/>
              </a:buClr>
              <a:buSzPts val="7200"/>
              <a:buNone/>
              <a:defRPr sz="7200">
                <a:solidFill>
                  <a:schemeClr val="lt1"/>
                </a:solidFill>
              </a:defRPr>
            </a:lvl3pPr>
            <a:lvl4pPr lvl="3" algn="l">
              <a:lnSpc>
                <a:spcPct val="100000"/>
              </a:lnSpc>
              <a:spcBef>
                <a:spcPts val="0"/>
              </a:spcBef>
              <a:spcAft>
                <a:spcPts val="0"/>
              </a:spcAft>
              <a:buClr>
                <a:schemeClr val="lt1"/>
              </a:buClr>
              <a:buSzPts val="7200"/>
              <a:buNone/>
              <a:defRPr sz="7200">
                <a:solidFill>
                  <a:schemeClr val="lt1"/>
                </a:solidFill>
              </a:defRPr>
            </a:lvl4pPr>
            <a:lvl5pPr lvl="4" algn="l">
              <a:lnSpc>
                <a:spcPct val="100000"/>
              </a:lnSpc>
              <a:spcBef>
                <a:spcPts val="0"/>
              </a:spcBef>
              <a:spcAft>
                <a:spcPts val="0"/>
              </a:spcAft>
              <a:buClr>
                <a:schemeClr val="lt1"/>
              </a:buClr>
              <a:buSzPts val="7200"/>
              <a:buNone/>
              <a:defRPr sz="7200">
                <a:solidFill>
                  <a:schemeClr val="lt1"/>
                </a:solidFill>
              </a:defRPr>
            </a:lvl5pPr>
            <a:lvl6pPr lvl="5" algn="l">
              <a:lnSpc>
                <a:spcPct val="100000"/>
              </a:lnSpc>
              <a:spcBef>
                <a:spcPts val="0"/>
              </a:spcBef>
              <a:spcAft>
                <a:spcPts val="0"/>
              </a:spcAft>
              <a:buClr>
                <a:schemeClr val="lt1"/>
              </a:buClr>
              <a:buSzPts val="7200"/>
              <a:buNone/>
              <a:defRPr sz="7200">
                <a:solidFill>
                  <a:schemeClr val="lt1"/>
                </a:solidFill>
              </a:defRPr>
            </a:lvl6pPr>
            <a:lvl7pPr lvl="6" algn="l">
              <a:lnSpc>
                <a:spcPct val="100000"/>
              </a:lnSpc>
              <a:spcBef>
                <a:spcPts val="0"/>
              </a:spcBef>
              <a:spcAft>
                <a:spcPts val="0"/>
              </a:spcAft>
              <a:buClr>
                <a:schemeClr val="lt1"/>
              </a:buClr>
              <a:buSzPts val="7200"/>
              <a:buNone/>
              <a:defRPr sz="7200">
                <a:solidFill>
                  <a:schemeClr val="lt1"/>
                </a:solidFill>
              </a:defRPr>
            </a:lvl7pPr>
            <a:lvl8pPr lvl="7" algn="l">
              <a:lnSpc>
                <a:spcPct val="100000"/>
              </a:lnSpc>
              <a:spcBef>
                <a:spcPts val="0"/>
              </a:spcBef>
              <a:spcAft>
                <a:spcPts val="0"/>
              </a:spcAft>
              <a:buClr>
                <a:schemeClr val="lt1"/>
              </a:buClr>
              <a:buSzPts val="7200"/>
              <a:buNone/>
              <a:defRPr sz="7200">
                <a:solidFill>
                  <a:schemeClr val="lt1"/>
                </a:solidFill>
              </a:defRPr>
            </a:lvl8pPr>
            <a:lvl9pPr lvl="8" algn="l">
              <a:lnSpc>
                <a:spcPct val="100000"/>
              </a:lnSpc>
              <a:spcBef>
                <a:spcPts val="0"/>
              </a:spcBef>
              <a:spcAft>
                <a:spcPts val="0"/>
              </a:spcAft>
              <a:buClr>
                <a:schemeClr val="lt1"/>
              </a:buClr>
              <a:buSzPts val="7200"/>
              <a:buNone/>
              <a:defRPr sz="7200">
                <a:solidFill>
                  <a:schemeClr val="lt1"/>
                </a:solidFill>
              </a:defRPr>
            </a:lvl9pPr>
          </a:lstStyle>
          <a:p/>
        </p:txBody>
      </p:sp>
      <p:sp>
        <p:nvSpPr>
          <p:cNvPr id="126" name="Google Shape;126;g3f7282457ef_0_286"/>
          <p:cNvSpPr txBox="1"/>
          <p:nvPr>
            <p:ph idx="1" type="subTitle"/>
          </p:nvPr>
        </p:nvSpPr>
        <p:spPr>
          <a:xfrm>
            <a:off x="1648000" y="7192600"/>
            <a:ext cx="8511000" cy="13908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Clr>
                <a:schemeClr val="lt1"/>
              </a:buClr>
              <a:buSzPts val="3200"/>
              <a:buNone/>
              <a:defRPr sz="3200">
                <a:solidFill>
                  <a:schemeClr val="lt1"/>
                </a:solidFill>
              </a:defRPr>
            </a:lvl2pPr>
            <a:lvl3pPr lvl="2" algn="l">
              <a:lnSpc>
                <a:spcPct val="100000"/>
              </a:lnSpc>
              <a:spcBef>
                <a:spcPts val="0"/>
              </a:spcBef>
              <a:spcAft>
                <a:spcPts val="0"/>
              </a:spcAft>
              <a:buClr>
                <a:schemeClr val="lt1"/>
              </a:buClr>
              <a:buSzPts val="3200"/>
              <a:buNone/>
              <a:defRPr sz="3200">
                <a:solidFill>
                  <a:schemeClr val="lt1"/>
                </a:solidFill>
              </a:defRPr>
            </a:lvl3pPr>
            <a:lvl4pPr lvl="3" algn="l">
              <a:lnSpc>
                <a:spcPct val="100000"/>
              </a:lnSpc>
              <a:spcBef>
                <a:spcPts val="0"/>
              </a:spcBef>
              <a:spcAft>
                <a:spcPts val="0"/>
              </a:spcAft>
              <a:buClr>
                <a:schemeClr val="lt1"/>
              </a:buClr>
              <a:buSzPts val="3200"/>
              <a:buNone/>
              <a:defRPr sz="3200">
                <a:solidFill>
                  <a:schemeClr val="lt1"/>
                </a:solidFill>
              </a:defRPr>
            </a:lvl4pPr>
            <a:lvl5pPr lvl="4" algn="l">
              <a:lnSpc>
                <a:spcPct val="100000"/>
              </a:lnSpc>
              <a:spcBef>
                <a:spcPts val="0"/>
              </a:spcBef>
              <a:spcAft>
                <a:spcPts val="0"/>
              </a:spcAft>
              <a:buClr>
                <a:schemeClr val="lt1"/>
              </a:buClr>
              <a:buSzPts val="3200"/>
              <a:buNone/>
              <a:defRPr sz="3200">
                <a:solidFill>
                  <a:schemeClr val="lt1"/>
                </a:solidFill>
              </a:defRPr>
            </a:lvl5pPr>
            <a:lvl6pPr lvl="5" algn="l">
              <a:lnSpc>
                <a:spcPct val="100000"/>
              </a:lnSpc>
              <a:spcBef>
                <a:spcPts val="0"/>
              </a:spcBef>
              <a:spcAft>
                <a:spcPts val="0"/>
              </a:spcAft>
              <a:buClr>
                <a:schemeClr val="lt1"/>
              </a:buClr>
              <a:buSzPts val="3200"/>
              <a:buNone/>
              <a:defRPr sz="3200">
                <a:solidFill>
                  <a:schemeClr val="lt1"/>
                </a:solidFill>
              </a:defRPr>
            </a:lvl6pPr>
            <a:lvl7pPr lvl="6" algn="l">
              <a:lnSpc>
                <a:spcPct val="100000"/>
              </a:lnSpc>
              <a:spcBef>
                <a:spcPts val="0"/>
              </a:spcBef>
              <a:spcAft>
                <a:spcPts val="0"/>
              </a:spcAft>
              <a:buClr>
                <a:schemeClr val="lt1"/>
              </a:buClr>
              <a:buSzPts val="3200"/>
              <a:buNone/>
              <a:defRPr sz="3200">
                <a:solidFill>
                  <a:schemeClr val="lt1"/>
                </a:solidFill>
              </a:defRPr>
            </a:lvl7pPr>
            <a:lvl8pPr lvl="7" algn="l">
              <a:lnSpc>
                <a:spcPct val="100000"/>
              </a:lnSpc>
              <a:spcBef>
                <a:spcPts val="0"/>
              </a:spcBef>
              <a:spcAft>
                <a:spcPts val="0"/>
              </a:spcAft>
              <a:buClr>
                <a:schemeClr val="lt1"/>
              </a:buClr>
              <a:buSzPts val="3200"/>
              <a:buNone/>
              <a:defRPr sz="3200">
                <a:solidFill>
                  <a:schemeClr val="lt1"/>
                </a:solidFill>
              </a:defRPr>
            </a:lvl8pPr>
            <a:lvl9pPr lvl="8" algn="l">
              <a:lnSpc>
                <a:spcPct val="100000"/>
              </a:lnSpc>
              <a:spcBef>
                <a:spcPts val="0"/>
              </a:spcBef>
              <a:spcAft>
                <a:spcPts val="0"/>
              </a:spcAft>
              <a:buClr>
                <a:schemeClr val="lt1"/>
              </a:buClr>
              <a:buSzPts val="3200"/>
              <a:buNone/>
              <a:defRPr sz="3200">
                <a:solidFill>
                  <a:schemeClr val="lt1"/>
                </a:solidFill>
              </a:defRPr>
            </a:lvl9pPr>
          </a:lstStyle>
          <a:p/>
        </p:txBody>
      </p:sp>
      <p:sp>
        <p:nvSpPr>
          <p:cNvPr id="127" name="Google Shape;127;g3f7282457ef_0_286"/>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8" name="Shape 128"/>
        <p:cNvGrpSpPr/>
        <p:nvPr/>
      </p:nvGrpSpPr>
      <p:grpSpPr>
        <a:xfrm>
          <a:off x="0" y="0"/>
          <a:ext cx="0" cy="0"/>
          <a:chOff x="0" y="0"/>
          <a:chExt cx="0" cy="0"/>
        </a:xfrm>
      </p:grpSpPr>
      <p:grpSp>
        <p:nvGrpSpPr>
          <p:cNvPr id="129" name="Google Shape;129;g3f7282457ef_0_326"/>
          <p:cNvGrpSpPr/>
          <p:nvPr/>
        </p:nvGrpSpPr>
        <p:grpSpPr>
          <a:xfrm>
            <a:off x="1251932" y="598752"/>
            <a:ext cx="1998624" cy="1998624"/>
            <a:chOff x="348199" y="179450"/>
            <a:chExt cx="1116300" cy="1116300"/>
          </a:xfrm>
        </p:grpSpPr>
        <p:sp>
          <p:nvSpPr>
            <p:cNvPr id="130" name="Google Shape;130;g3f7282457ef_0_32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1" name="Google Shape;131;g3f7282457ef_0_32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32" name="Google Shape;132;g3f7282457ef_0_326"/>
          <p:cNvSpPr txBox="1"/>
          <p:nvPr>
            <p:ph type="title"/>
          </p:nvPr>
        </p:nvSpPr>
        <p:spPr>
          <a:xfrm>
            <a:off x="2607600" y="1197150"/>
            <a:ext cx="14061000" cy="19986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3" name="Google Shape;133;g3f7282457ef_0_326"/>
          <p:cNvSpPr txBox="1"/>
          <p:nvPr>
            <p:ph idx="1" type="body"/>
          </p:nvPr>
        </p:nvSpPr>
        <p:spPr>
          <a:xfrm>
            <a:off x="2607600" y="3980100"/>
            <a:ext cx="14061000" cy="50832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34" name="Google Shape;134;g3f7282457ef_0_326"/>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35" name="Shape 135"/>
        <p:cNvGrpSpPr/>
        <p:nvPr/>
      </p:nvGrpSpPr>
      <p:grpSpPr>
        <a:xfrm>
          <a:off x="0" y="0"/>
          <a:ext cx="0" cy="0"/>
          <a:chOff x="0" y="0"/>
          <a:chExt cx="0" cy="0"/>
        </a:xfrm>
      </p:grpSpPr>
      <p:grpSp>
        <p:nvGrpSpPr>
          <p:cNvPr id="136" name="Google Shape;136;g3f7282457ef_0_333"/>
          <p:cNvGrpSpPr/>
          <p:nvPr/>
        </p:nvGrpSpPr>
        <p:grpSpPr>
          <a:xfrm>
            <a:off x="293538" y="6812"/>
            <a:ext cx="2466428" cy="2769070"/>
            <a:chOff x="146769" y="3406"/>
            <a:chExt cx="1233214" cy="1384535"/>
          </a:xfrm>
        </p:grpSpPr>
        <p:grpSp>
          <p:nvGrpSpPr>
            <p:cNvPr id="137" name="Google Shape;137;g3f7282457ef_0_333"/>
            <p:cNvGrpSpPr/>
            <p:nvPr/>
          </p:nvGrpSpPr>
          <p:grpSpPr>
            <a:xfrm>
              <a:off x="1063183" y="3406"/>
              <a:ext cx="316800" cy="688513"/>
              <a:chOff x="1063183" y="3406"/>
              <a:chExt cx="316800" cy="688513"/>
            </a:xfrm>
          </p:grpSpPr>
          <p:sp>
            <p:nvSpPr>
              <p:cNvPr id="138" name="Google Shape;138;g3f7282457ef_0_33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9" name="Google Shape;139;g3f7282457ef_0_33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40" name="Google Shape;140;g3f7282457ef_0_333"/>
            <p:cNvGrpSpPr/>
            <p:nvPr/>
          </p:nvGrpSpPr>
          <p:grpSpPr>
            <a:xfrm>
              <a:off x="604976" y="3406"/>
              <a:ext cx="316800" cy="1036524"/>
              <a:chOff x="604976" y="3406"/>
              <a:chExt cx="316800" cy="1036524"/>
            </a:xfrm>
          </p:grpSpPr>
          <p:sp>
            <p:nvSpPr>
              <p:cNvPr id="141" name="Google Shape;141;g3f7282457ef_0_33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2" name="Google Shape;142;g3f7282457ef_0_33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3" name="Google Shape;143;g3f7282457ef_0_33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44" name="Google Shape;144;g3f7282457ef_0_333"/>
            <p:cNvGrpSpPr/>
            <p:nvPr/>
          </p:nvGrpSpPr>
          <p:grpSpPr>
            <a:xfrm>
              <a:off x="146769" y="3406"/>
              <a:ext cx="316800" cy="1384535"/>
              <a:chOff x="146769" y="3406"/>
              <a:chExt cx="316800" cy="1384535"/>
            </a:xfrm>
          </p:grpSpPr>
          <p:sp>
            <p:nvSpPr>
              <p:cNvPr id="145" name="Google Shape;145;g3f7282457ef_0_33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6" name="Google Shape;146;g3f7282457ef_0_33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7" name="Google Shape;147;g3f7282457ef_0_33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8" name="Google Shape;148;g3f7282457ef_0_33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grpSp>
        <p:nvGrpSpPr>
          <p:cNvPr id="149" name="Google Shape;149;g3f7282457ef_0_333"/>
          <p:cNvGrpSpPr/>
          <p:nvPr/>
        </p:nvGrpSpPr>
        <p:grpSpPr>
          <a:xfrm>
            <a:off x="13550168" y="5808016"/>
            <a:ext cx="4372294" cy="4479000"/>
            <a:chOff x="6775084" y="2904008"/>
            <a:chExt cx="2186147" cy="2239500"/>
          </a:xfrm>
        </p:grpSpPr>
        <p:grpSp>
          <p:nvGrpSpPr>
            <p:cNvPr id="150" name="Google Shape;150;g3f7282457ef_0_333"/>
            <p:cNvGrpSpPr/>
            <p:nvPr/>
          </p:nvGrpSpPr>
          <p:grpSpPr>
            <a:xfrm>
              <a:off x="6775084" y="4253708"/>
              <a:ext cx="409500" cy="889800"/>
              <a:chOff x="6775084" y="4253708"/>
              <a:chExt cx="409500" cy="889800"/>
            </a:xfrm>
          </p:grpSpPr>
          <p:sp>
            <p:nvSpPr>
              <p:cNvPr id="151" name="Google Shape;151;g3f7282457ef_0_33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2" name="Google Shape;152;g3f7282457ef_0_33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53" name="Google Shape;153;g3f7282457ef_0_333"/>
            <p:cNvGrpSpPr/>
            <p:nvPr/>
          </p:nvGrpSpPr>
          <p:grpSpPr>
            <a:xfrm>
              <a:off x="7367299" y="3804008"/>
              <a:ext cx="409500" cy="1339500"/>
              <a:chOff x="7367299" y="3804008"/>
              <a:chExt cx="409500" cy="1339500"/>
            </a:xfrm>
          </p:grpSpPr>
          <p:sp>
            <p:nvSpPr>
              <p:cNvPr id="154" name="Google Shape;154;g3f7282457ef_0_33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5" name="Google Shape;155;g3f7282457ef_0_33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6" name="Google Shape;156;g3f7282457ef_0_33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57" name="Google Shape;157;g3f7282457ef_0_333"/>
            <p:cNvGrpSpPr/>
            <p:nvPr/>
          </p:nvGrpSpPr>
          <p:grpSpPr>
            <a:xfrm>
              <a:off x="7959516" y="3354008"/>
              <a:ext cx="409500" cy="1789500"/>
              <a:chOff x="7959516" y="3354008"/>
              <a:chExt cx="409500" cy="1789500"/>
            </a:xfrm>
          </p:grpSpPr>
          <p:sp>
            <p:nvSpPr>
              <p:cNvPr id="158" name="Google Shape;158;g3f7282457ef_0_33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9" name="Google Shape;159;g3f7282457ef_0_33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0" name="Google Shape;160;g3f7282457ef_0_33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1" name="Google Shape;161;g3f7282457ef_0_33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62" name="Google Shape;162;g3f7282457ef_0_333"/>
            <p:cNvGrpSpPr/>
            <p:nvPr/>
          </p:nvGrpSpPr>
          <p:grpSpPr>
            <a:xfrm>
              <a:off x="8551731" y="2904008"/>
              <a:ext cx="409500" cy="2239500"/>
              <a:chOff x="8551731" y="2904008"/>
              <a:chExt cx="409500" cy="2239500"/>
            </a:xfrm>
          </p:grpSpPr>
          <p:sp>
            <p:nvSpPr>
              <p:cNvPr id="163" name="Google Shape;163;g3f7282457ef_0_33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4" name="Google Shape;164;g3f7282457ef_0_33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5" name="Google Shape;165;g3f7282457ef_0_33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6" name="Google Shape;166;g3f7282457ef_0_33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7" name="Google Shape;167;g3f7282457ef_0_33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sp>
        <p:nvSpPr>
          <p:cNvPr id="168" name="Google Shape;168;g3f7282457ef_0_333"/>
          <p:cNvSpPr txBox="1"/>
          <p:nvPr>
            <p:ph type="title"/>
          </p:nvPr>
        </p:nvSpPr>
        <p:spPr>
          <a:xfrm>
            <a:off x="1648000" y="3227650"/>
            <a:ext cx="11715600" cy="37458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Clr>
                <a:schemeClr val="lt1"/>
              </a:buClr>
              <a:buSzPts val="7200"/>
              <a:buNone/>
              <a:defRPr sz="7200">
                <a:solidFill>
                  <a:schemeClr val="lt1"/>
                </a:solidFill>
              </a:defRPr>
            </a:lvl1pPr>
            <a:lvl2pPr lvl="1" algn="l">
              <a:lnSpc>
                <a:spcPct val="100000"/>
              </a:lnSpc>
              <a:spcBef>
                <a:spcPts val="0"/>
              </a:spcBef>
              <a:spcAft>
                <a:spcPts val="0"/>
              </a:spcAft>
              <a:buClr>
                <a:schemeClr val="lt1"/>
              </a:buClr>
              <a:buSzPts val="7200"/>
              <a:buNone/>
              <a:defRPr sz="7200">
                <a:solidFill>
                  <a:schemeClr val="lt1"/>
                </a:solidFill>
              </a:defRPr>
            </a:lvl2pPr>
            <a:lvl3pPr lvl="2" algn="l">
              <a:lnSpc>
                <a:spcPct val="100000"/>
              </a:lnSpc>
              <a:spcBef>
                <a:spcPts val="0"/>
              </a:spcBef>
              <a:spcAft>
                <a:spcPts val="0"/>
              </a:spcAft>
              <a:buClr>
                <a:schemeClr val="lt1"/>
              </a:buClr>
              <a:buSzPts val="7200"/>
              <a:buNone/>
              <a:defRPr sz="7200">
                <a:solidFill>
                  <a:schemeClr val="lt1"/>
                </a:solidFill>
              </a:defRPr>
            </a:lvl3pPr>
            <a:lvl4pPr lvl="3" algn="l">
              <a:lnSpc>
                <a:spcPct val="100000"/>
              </a:lnSpc>
              <a:spcBef>
                <a:spcPts val="0"/>
              </a:spcBef>
              <a:spcAft>
                <a:spcPts val="0"/>
              </a:spcAft>
              <a:buClr>
                <a:schemeClr val="lt1"/>
              </a:buClr>
              <a:buSzPts val="7200"/>
              <a:buNone/>
              <a:defRPr sz="7200">
                <a:solidFill>
                  <a:schemeClr val="lt1"/>
                </a:solidFill>
              </a:defRPr>
            </a:lvl4pPr>
            <a:lvl5pPr lvl="4" algn="l">
              <a:lnSpc>
                <a:spcPct val="100000"/>
              </a:lnSpc>
              <a:spcBef>
                <a:spcPts val="0"/>
              </a:spcBef>
              <a:spcAft>
                <a:spcPts val="0"/>
              </a:spcAft>
              <a:buClr>
                <a:schemeClr val="lt1"/>
              </a:buClr>
              <a:buSzPts val="7200"/>
              <a:buNone/>
              <a:defRPr sz="7200">
                <a:solidFill>
                  <a:schemeClr val="lt1"/>
                </a:solidFill>
              </a:defRPr>
            </a:lvl5pPr>
            <a:lvl6pPr lvl="5" algn="l">
              <a:lnSpc>
                <a:spcPct val="100000"/>
              </a:lnSpc>
              <a:spcBef>
                <a:spcPts val="0"/>
              </a:spcBef>
              <a:spcAft>
                <a:spcPts val="0"/>
              </a:spcAft>
              <a:buClr>
                <a:schemeClr val="lt1"/>
              </a:buClr>
              <a:buSzPts val="7200"/>
              <a:buNone/>
              <a:defRPr sz="7200">
                <a:solidFill>
                  <a:schemeClr val="lt1"/>
                </a:solidFill>
              </a:defRPr>
            </a:lvl6pPr>
            <a:lvl7pPr lvl="6" algn="l">
              <a:lnSpc>
                <a:spcPct val="100000"/>
              </a:lnSpc>
              <a:spcBef>
                <a:spcPts val="0"/>
              </a:spcBef>
              <a:spcAft>
                <a:spcPts val="0"/>
              </a:spcAft>
              <a:buClr>
                <a:schemeClr val="lt1"/>
              </a:buClr>
              <a:buSzPts val="7200"/>
              <a:buNone/>
              <a:defRPr sz="7200">
                <a:solidFill>
                  <a:schemeClr val="lt1"/>
                </a:solidFill>
              </a:defRPr>
            </a:lvl7pPr>
            <a:lvl8pPr lvl="7" algn="l">
              <a:lnSpc>
                <a:spcPct val="100000"/>
              </a:lnSpc>
              <a:spcBef>
                <a:spcPts val="0"/>
              </a:spcBef>
              <a:spcAft>
                <a:spcPts val="0"/>
              </a:spcAft>
              <a:buClr>
                <a:schemeClr val="lt1"/>
              </a:buClr>
              <a:buSzPts val="7200"/>
              <a:buNone/>
              <a:defRPr sz="7200">
                <a:solidFill>
                  <a:schemeClr val="lt1"/>
                </a:solidFill>
              </a:defRPr>
            </a:lvl8pPr>
            <a:lvl9pPr lvl="8" algn="l">
              <a:lnSpc>
                <a:spcPct val="100000"/>
              </a:lnSpc>
              <a:spcBef>
                <a:spcPts val="0"/>
              </a:spcBef>
              <a:spcAft>
                <a:spcPts val="0"/>
              </a:spcAft>
              <a:buClr>
                <a:schemeClr val="lt1"/>
              </a:buClr>
              <a:buSzPts val="7200"/>
              <a:buNone/>
              <a:defRPr sz="7200">
                <a:solidFill>
                  <a:schemeClr val="lt1"/>
                </a:solidFill>
              </a:defRPr>
            </a:lvl9pPr>
          </a:lstStyle>
          <a:p/>
        </p:txBody>
      </p:sp>
      <p:sp>
        <p:nvSpPr>
          <p:cNvPr id="169" name="Google Shape;169;g3f7282457ef_0_333"/>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0" name="Shape 170"/>
        <p:cNvGrpSpPr/>
        <p:nvPr/>
      </p:nvGrpSpPr>
      <p:grpSpPr>
        <a:xfrm>
          <a:off x="0" y="0"/>
          <a:ext cx="0" cy="0"/>
          <a:chOff x="0" y="0"/>
          <a:chExt cx="0" cy="0"/>
        </a:xfrm>
      </p:grpSpPr>
      <p:grpSp>
        <p:nvGrpSpPr>
          <p:cNvPr id="171" name="Google Shape;171;g3f7282457ef_0_368"/>
          <p:cNvGrpSpPr/>
          <p:nvPr/>
        </p:nvGrpSpPr>
        <p:grpSpPr>
          <a:xfrm>
            <a:off x="1251932" y="598752"/>
            <a:ext cx="1998624" cy="1998624"/>
            <a:chOff x="348199" y="179450"/>
            <a:chExt cx="1116300" cy="1116300"/>
          </a:xfrm>
        </p:grpSpPr>
        <p:sp>
          <p:nvSpPr>
            <p:cNvPr id="172" name="Google Shape;172;g3f7282457ef_0_368"/>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73" name="Google Shape;173;g3f7282457ef_0_368"/>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74" name="Google Shape;174;g3f7282457ef_0_368"/>
          <p:cNvSpPr txBox="1"/>
          <p:nvPr>
            <p:ph type="title"/>
          </p:nvPr>
        </p:nvSpPr>
        <p:spPr>
          <a:xfrm>
            <a:off x="2607600" y="1197150"/>
            <a:ext cx="14061000" cy="19986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5" name="Google Shape;175;g3f7282457ef_0_368"/>
          <p:cNvSpPr txBox="1"/>
          <p:nvPr>
            <p:ph idx="1" type="body"/>
          </p:nvPr>
        </p:nvSpPr>
        <p:spPr>
          <a:xfrm>
            <a:off x="2607600" y="3980100"/>
            <a:ext cx="6861000" cy="50832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76" name="Google Shape;176;g3f7282457ef_0_368"/>
          <p:cNvSpPr txBox="1"/>
          <p:nvPr>
            <p:ph idx="2" type="body"/>
          </p:nvPr>
        </p:nvSpPr>
        <p:spPr>
          <a:xfrm>
            <a:off x="9807300" y="3980100"/>
            <a:ext cx="6861000" cy="50832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77" name="Google Shape;177;g3f7282457ef_0_368"/>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8" name="Shape 178"/>
        <p:cNvGrpSpPr/>
        <p:nvPr/>
      </p:nvGrpSpPr>
      <p:grpSpPr>
        <a:xfrm>
          <a:off x="0" y="0"/>
          <a:ext cx="0" cy="0"/>
          <a:chOff x="0" y="0"/>
          <a:chExt cx="0" cy="0"/>
        </a:xfrm>
      </p:grpSpPr>
      <p:grpSp>
        <p:nvGrpSpPr>
          <p:cNvPr id="179" name="Google Shape;179;g3f7282457ef_0_376"/>
          <p:cNvGrpSpPr/>
          <p:nvPr/>
        </p:nvGrpSpPr>
        <p:grpSpPr>
          <a:xfrm>
            <a:off x="1251932" y="598752"/>
            <a:ext cx="1998624" cy="1998624"/>
            <a:chOff x="348199" y="179450"/>
            <a:chExt cx="1116300" cy="1116300"/>
          </a:xfrm>
        </p:grpSpPr>
        <p:sp>
          <p:nvSpPr>
            <p:cNvPr id="180" name="Google Shape;180;g3f7282457ef_0_37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81" name="Google Shape;181;g3f7282457ef_0_37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82" name="Google Shape;182;g3f7282457ef_0_376"/>
          <p:cNvSpPr txBox="1"/>
          <p:nvPr>
            <p:ph type="title"/>
          </p:nvPr>
        </p:nvSpPr>
        <p:spPr>
          <a:xfrm>
            <a:off x="2607600" y="1197150"/>
            <a:ext cx="14061000" cy="19986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83" name="Google Shape;183;g3f7282457ef_0_376"/>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4" name="Shape 184"/>
        <p:cNvGrpSpPr/>
        <p:nvPr/>
      </p:nvGrpSpPr>
      <p:grpSpPr>
        <a:xfrm>
          <a:off x="0" y="0"/>
          <a:ext cx="0" cy="0"/>
          <a:chOff x="0" y="0"/>
          <a:chExt cx="0" cy="0"/>
        </a:xfrm>
      </p:grpSpPr>
      <p:grpSp>
        <p:nvGrpSpPr>
          <p:cNvPr id="185" name="Google Shape;185;g3f7282457ef_0_382"/>
          <p:cNvGrpSpPr/>
          <p:nvPr/>
        </p:nvGrpSpPr>
        <p:grpSpPr>
          <a:xfrm>
            <a:off x="1251932" y="598752"/>
            <a:ext cx="1998624" cy="1998624"/>
            <a:chOff x="348199" y="179450"/>
            <a:chExt cx="1116300" cy="1116300"/>
          </a:xfrm>
        </p:grpSpPr>
        <p:sp>
          <p:nvSpPr>
            <p:cNvPr id="186" name="Google Shape;186;g3f7282457ef_0_382"/>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87" name="Google Shape;187;g3f7282457ef_0_382"/>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88" name="Google Shape;188;g3f7282457ef_0_382"/>
          <p:cNvSpPr txBox="1"/>
          <p:nvPr>
            <p:ph type="title"/>
          </p:nvPr>
        </p:nvSpPr>
        <p:spPr>
          <a:xfrm>
            <a:off x="2607600" y="1197150"/>
            <a:ext cx="6624000" cy="3180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89" name="Google Shape;189;g3f7282457ef_0_382"/>
          <p:cNvSpPr txBox="1"/>
          <p:nvPr>
            <p:ph idx="1" type="body"/>
          </p:nvPr>
        </p:nvSpPr>
        <p:spPr>
          <a:xfrm>
            <a:off x="2607600" y="4619350"/>
            <a:ext cx="6624000" cy="44436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90" name="Google Shape;190;g3f7282457ef_0_382"/>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91" name="Shape 191"/>
        <p:cNvGrpSpPr/>
        <p:nvPr/>
      </p:nvGrpSpPr>
      <p:grpSpPr>
        <a:xfrm>
          <a:off x="0" y="0"/>
          <a:ext cx="0" cy="0"/>
          <a:chOff x="0" y="0"/>
          <a:chExt cx="0" cy="0"/>
        </a:xfrm>
      </p:grpSpPr>
      <p:grpSp>
        <p:nvGrpSpPr>
          <p:cNvPr id="192" name="Google Shape;192;g3f7282457ef_0_389"/>
          <p:cNvGrpSpPr/>
          <p:nvPr/>
        </p:nvGrpSpPr>
        <p:grpSpPr>
          <a:xfrm>
            <a:off x="13733428" y="2717"/>
            <a:ext cx="4535043" cy="5203276"/>
            <a:chOff x="6790514" y="1359"/>
            <a:chExt cx="2267522" cy="2601638"/>
          </a:xfrm>
        </p:grpSpPr>
        <p:grpSp>
          <p:nvGrpSpPr>
            <p:cNvPr id="193" name="Google Shape;193;g3f7282457ef_0_389"/>
            <p:cNvGrpSpPr/>
            <p:nvPr/>
          </p:nvGrpSpPr>
          <p:grpSpPr>
            <a:xfrm>
              <a:off x="7067536" y="1359"/>
              <a:ext cx="1990500" cy="1990200"/>
              <a:chOff x="7067536" y="1359"/>
              <a:chExt cx="1990500" cy="1990200"/>
            </a:xfrm>
          </p:grpSpPr>
          <p:sp>
            <p:nvSpPr>
              <p:cNvPr id="194" name="Google Shape;194;g3f7282457ef_0_389"/>
              <p:cNvSpPr/>
              <p:nvPr/>
            </p:nvSpPr>
            <p:spPr>
              <a:xfrm rot="-8648551">
                <a:off x="7594313" y="527721"/>
                <a:ext cx="937226" cy="937226"/>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95" name="Google Shape;195;g3f7282457ef_0_389"/>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96" name="Google Shape;196;g3f7282457ef_0_389"/>
              <p:cNvSpPr/>
              <p:nvPr/>
            </p:nvSpPr>
            <p:spPr>
              <a:xfrm rot="-8649154">
                <a:off x="7349962" y="283757"/>
                <a:ext cx="1425647" cy="1425404"/>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97" name="Google Shape;197;g3f7282457ef_0_389"/>
            <p:cNvGrpSpPr/>
            <p:nvPr/>
          </p:nvGrpSpPr>
          <p:grpSpPr>
            <a:xfrm>
              <a:off x="8207126" y="1807997"/>
              <a:ext cx="795000" cy="795000"/>
              <a:chOff x="8207126" y="1807997"/>
              <a:chExt cx="795000" cy="795000"/>
            </a:xfrm>
          </p:grpSpPr>
          <p:sp>
            <p:nvSpPr>
              <p:cNvPr id="198" name="Google Shape;198;g3f7282457ef_0_389"/>
              <p:cNvSpPr/>
              <p:nvPr/>
            </p:nvSpPr>
            <p:spPr>
              <a:xfrm rot="2152054">
                <a:off x="8319942" y="1920813"/>
                <a:ext cx="569367" cy="569367"/>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99" name="Google Shape;199;g3f7282457ef_0_389"/>
              <p:cNvSpPr/>
              <p:nvPr/>
            </p:nvSpPr>
            <p:spPr>
              <a:xfrm rot="2150259">
                <a:off x="8408218" y="2008610"/>
                <a:ext cx="393004" cy="393004"/>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00" name="Google Shape;200;g3f7282457ef_0_389"/>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01" name="Google Shape;201;g3f7282457ef_0_389"/>
            <p:cNvGrpSpPr/>
            <p:nvPr/>
          </p:nvGrpSpPr>
          <p:grpSpPr>
            <a:xfrm>
              <a:off x="6790514" y="118857"/>
              <a:ext cx="548700" cy="548700"/>
              <a:chOff x="6790514" y="118857"/>
              <a:chExt cx="548700" cy="548700"/>
            </a:xfrm>
          </p:grpSpPr>
          <p:sp>
            <p:nvSpPr>
              <p:cNvPr id="202" name="Google Shape;202;g3f7282457ef_0_389"/>
              <p:cNvSpPr/>
              <p:nvPr/>
            </p:nvSpPr>
            <p:spPr>
              <a:xfrm rot="2150259">
                <a:off x="6868362" y="196705"/>
                <a:ext cx="393004" cy="393004"/>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03" name="Google Shape;203;g3f7282457ef_0_389"/>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sp>
        <p:nvSpPr>
          <p:cNvPr id="204" name="Google Shape;204;g3f7282457ef_0_389"/>
          <p:cNvSpPr txBox="1"/>
          <p:nvPr>
            <p:ph type="title"/>
          </p:nvPr>
        </p:nvSpPr>
        <p:spPr>
          <a:xfrm>
            <a:off x="1648000" y="1527200"/>
            <a:ext cx="11715600" cy="71466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Clr>
                <a:schemeClr val="lt1"/>
              </a:buClr>
              <a:buSzPts val="7200"/>
              <a:buNone/>
              <a:defRPr sz="7200">
                <a:solidFill>
                  <a:schemeClr val="lt1"/>
                </a:solidFill>
              </a:defRPr>
            </a:lvl1pPr>
            <a:lvl2pPr lvl="1" algn="l">
              <a:lnSpc>
                <a:spcPct val="100000"/>
              </a:lnSpc>
              <a:spcBef>
                <a:spcPts val="0"/>
              </a:spcBef>
              <a:spcAft>
                <a:spcPts val="0"/>
              </a:spcAft>
              <a:buClr>
                <a:schemeClr val="lt1"/>
              </a:buClr>
              <a:buSzPts val="7200"/>
              <a:buNone/>
              <a:defRPr sz="7200">
                <a:solidFill>
                  <a:schemeClr val="lt1"/>
                </a:solidFill>
              </a:defRPr>
            </a:lvl2pPr>
            <a:lvl3pPr lvl="2" algn="l">
              <a:lnSpc>
                <a:spcPct val="100000"/>
              </a:lnSpc>
              <a:spcBef>
                <a:spcPts val="0"/>
              </a:spcBef>
              <a:spcAft>
                <a:spcPts val="0"/>
              </a:spcAft>
              <a:buClr>
                <a:schemeClr val="lt1"/>
              </a:buClr>
              <a:buSzPts val="7200"/>
              <a:buNone/>
              <a:defRPr sz="7200">
                <a:solidFill>
                  <a:schemeClr val="lt1"/>
                </a:solidFill>
              </a:defRPr>
            </a:lvl3pPr>
            <a:lvl4pPr lvl="3" algn="l">
              <a:lnSpc>
                <a:spcPct val="100000"/>
              </a:lnSpc>
              <a:spcBef>
                <a:spcPts val="0"/>
              </a:spcBef>
              <a:spcAft>
                <a:spcPts val="0"/>
              </a:spcAft>
              <a:buClr>
                <a:schemeClr val="lt1"/>
              </a:buClr>
              <a:buSzPts val="7200"/>
              <a:buNone/>
              <a:defRPr sz="7200">
                <a:solidFill>
                  <a:schemeClr val="lt1"/>
                </a:solidFill>
              </a:defRPr>
            </a:lvl4pPr>
            <a:lvl5pPr lvl="4" algn="l">
              <a:lnSpc>
                <a:spcPct val="100000"/>
              </a:lnSpc>
              <a:spcBef>
                <a:spcPts val="0"/>
              </a:spcBef>
              <a:spcAft>
                <a:spcPts val="0"/>
              </a:spcAft>
              <a:buClr>
                <a:schemeClr val="lt1"/>
              </a:buClr>
              <a:buSzPts val="7200"/>
              <a:buNone/>
              <a:defRPr sz="7200">
                <a:solidFill>
                  <a:schemeClr val="lt1"/>
                </a:solidFill>
              </a:defRPr>
            </a:lvl5pPr>
            <a:lvl6pPr lvl="5" algn="l">
              <a:lnSpc>
                <a:spcPct val="100000"/>
              </a:lnSpc>
              <a:spcBef>
                <a:spcPts val="0"/>
              </a:spcBef>
              <a:spcAft>
                <a:spcPts val="0"/>
              </a:spcAft>
              <a:buClr>
                <a:schemeClr val="lt1"/>
              </a:buClr>
              <a:buSzPts val="7200"/>
              <a:buNone/>
              <a:defRPr sz="7200">
                <a:solidFill>
                  <a:schemeClr val="lt1"/>
                </a:solidFill>
              </a:defRPr>
            </a:lvl6pPr>
            <a:lvl7pPr lvl="6" algn="l">
              <a:lnSpc>
                <a:spcPct val="100000"/>
              </a:lnSpc>
              <a:spcBef>
                <a:spcPts val="0"/>
              </a:spcBef>
              <a:spcAft>
                <a:spcPts val="0"/>
              </a:spcAft>
              <a:buClr>
                <a:schemeClr val="lt1"/>
              </a:buClr>
              <a:buSzPts val="7200"/>
              <a:buNone/>
              <a:defRPr sz="7200">
                <a:solidFill>
                  <a:schemeClr val="lt1"/>
                </a:solidFill>
              </a:defRPr>
            </a:lvl7pPr>
            <a:lvl8pPr lvl="7" algn="l">
              <a:lnSpc>
                <a:spcPct val="100000"/>
              </a:lnSpc>
              <a:spcBef>
                <a:spcPts val="0"/>
              </a:spcBef>
              <a:spcAft>
                <a:spcPts val="0"/>
              </a:spcAft>
              <a:buClr>
                <a:schemeClr val="lt1"/>
              </a:buClr>
              <a:buSzPts val="7200"/>
              <a:buNone/>
              <a:defRPr sz="7200">
                <a:solidFill>
                  <a:schemeClr val="lt1"/>
                </a:solidFill>
              </a:defRPr>
            </a:lvl8pPr>
            <a:lvl9pPr lvl="8" algn="l">
              <a:lnSpc>
                <a:spcPct val="100000"/>
              </a:lnSpc>
              <a:spcBef>
                <a:spcPts val="0"/>
              </a:spcBef>
              <a:spcAft>
                <a:spcPts val="0"/>
              </a:spcAft>
              <a:buClr>
                <a:schemeClr val="lt1"/>
              </a:buClr>
              <a:buSzPts val="7200"/>
              <a:buNone/>
              <a:defRPr sz="7200">
                <a:solidFill>
                  <a:schemeClr val="lt1"/>
                </a:solidFill>
              </a:defRPr>
            </a:lvl9pPr>
          </a:lstStyle>
          <a:p/>
        </p:txBody>
      </p:sp>
      <p:sp>
        <p:nvSpPr>
          <p:cNvPr id="205" name="Google Shape;205;g3f7282457ef_0_389"/>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6" name="Shape 206"/>
        <p:cNvGrpSpPr/>
        <p:nvPr/>
      </p:nvGrpSpPr>
      <p:grpSpPr>
        <a:xfrm>
          <a:off x="0" y="0"/>
          <a:ext cx="0" cy="0"/>
          <a:chOff x="0" y="0"/>
          <a:chExt cx="0" cy="0"/>
        </a:xfrm>
      </p:grpSpPr>
      <p:grpSp>
        <p:nvGrpSpPr>
          <p:cNvPr id="207" name="Google Shape;207;g3f7282457ef_0_404"/>
          <p:cNvGrpSpPr/>
          <p:nvPr/>
        </p:nvGrpSpPr>
        <p:grpSpPr>
          <a:xfrm>
            <a:off x="1251932" y="598752"/>
            <a:ext cx="1998624" cy="1998624"/>
            <a:chOff x="348199" y="179450"/>
            <a:chExt cx="1116300" cy="1116300"/>
          </a:xfrm>
        </p:grpSpPr>
        <p:sp>
          <p:nvSpPr>
            <p:cNvPr id="208" name="Google Shape;208;g3f7282457ef_0_404"/>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09" name="Google Shape;209;g3f7282457ef_0_404"/>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210" name="Google Shape;210;g3f7282457ef_0_404"/>
          <p:cNvSpPr txBox="1"/>
          <p:nvPr>
            <p:ph type="title"/>
          </p:nvPr>
        </p:nvSpPr>
        <p:spPr>
          <a:xfrm>
            <a:off x="2607600" y="1197150"/>
            <a:ext cx="6861000" cy="3980400"/>
          </a:xfrm>
          <a:prstGeom prst="rect">
            <a:avLst/>
          </a:prstGeom>
          <a:noFill/>
          <a:ln cap="flat" cmpd="sng" w="19050">
            <a:solidFill>
              <a:schemeClr val="lt1"/>
            </a:solidFill>
            <a:prstDash val="solid"/>
            <a:round/>
            <a:headEnd len="sm" w="sm" type="none"/>
            <a:tailEnd len="sm" w="sm" type="none"/>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11" name="Google Shape;211;g3f7282457ef_0_404"/>
          <p:cNvSpPr txBox="1"/>
          <p:nvPr>
            <p:ph idx="1" type="subTitle"/>
          </p:nvPr>
        </p:nvSpPr>
        <p:spPr>
          <a:xfrm>
            <a:off x="2607600" y="5486406"/>
            <a:ext cx="6861000" cy="1452000"/>
          </a:xfrm>
          <a:prstGeom prst="rect">
            <a:avLst/>
          </a:prstGeom>
          <a:noFill/>
          <a:ln cap="flat" cmpd="sng" w="19050">
            <a:solidFill>
              <a:schemeClr val="lt1"/>
            </a:solidFill>
            <a:prstDash val="solid"/>
            <a:round/>
            <a:headEnd len="sm" w="sm" type="none"/>
            <a:tailEnd len="sm" w="sm" type="none"/>
          </a:ln>
        </p:spPr>
        <p:txBody>
          <a:bodyPr anchorCtr="0" anchor="t" bIns="182850" lIns="182850" spcFirstLastPara="1" rIns="182850" wrap="square" tIns="18285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12" name="Google Shape;212;g3f7282457ef_0_404"/>
          <p:cNvSpPr txBox="1"/>
          <p:nvPr>
            <p:ph idx="2" type="body"/>
          </p:nvPr>
        </p:nvSpPr>
        <p:spPr>
          <a:xfrm>
            <a:off x="9807400" y="1322000"/>
            <a:ext cx="6861000" cy="7741200"/>
          </a:xfrm>
          <a:prstGeom prst="rect">
            <a:avLst/>
          </a:prstGeom>
          <a:noFill/>
          <a:ln cap="flat" cmpd="sng" w="19050">
            <a:solidFill>
              <a:schemeClr val="lt1"/>
            </a:solidFill>
            <a:prstDash val="solid"/>
            <a:round/>
            <a:headEnd len="sm" w="sm" type="none"/>
            <a:tailEnd len="sm" w="sm" type="none"/>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213" name="Google Shape;213;g3f7282457ef_0_404"/>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4" name="Shape 214"/>
        <p:cNvGrpSpPr/>
        <p:nvPr/>
      </p:nvGrpSpPr>
      <p:grpSpPr>
        <a:xfrm>
          <a:off x="0" y="0"/>
          <a:ext cx="0" cy="0"/>
          <a:chOff x="0" y="0"/>
          <a:chExt cx="0" cy="0"/>
        </a:xfrm>
      </p:grpSpPr>
      <p:grpSp>
        <p:nvGrpSpPr>
          <p:cNvPr id="215" name="Google Shape;215;g3f7282457ef_0_412"/>
          <p:cNvGrpSpPr/>
          <p:nvPr/>
        </p:nvGrpSpPr>
        <p:grpSpPr>
          <a:xfrm>
            <a:off x="1426746" y="7694238"/>
            <a:ext cx="1650784" cy="1650784"/>
            <a:chOff x="348199" y="179450"/>
            <a:chExt cx="1116300" cy="1116300"/>
          </a:xfrm>
        </p:grpSpPr>
        <p:sp>
          <p:nvSpPr>
            <p:cNvPr id="216" name="Google Shape;216;g3f7282457ef_0_412"/>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17" name="Google Shape;217;g3f7282457ef_0_412"/>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218" name="Google Shape;218;g3f7282457ef_0_412"/>
          <p:cNvSpPr txBox="1"/>
          <p:nvPr>
            <p:ph idx="1" type="body"/>
          </p:nvPr>
        </p:nvSpPr>
        <p:spPr>
          <a:xfrm>
            <a:off x="2607600" y="8277950"/>
            <a:ext cx="11686200" cy="1069800"/>
          </a:xfrm>
          <a:prstGeom prst="rect">
            <a:avLst/>
          </a:prstGeom>
          <a:noFill/>
          <a:ln>
            <a:noFill/>
          </a:ln>
        </p:spPr>
        <p:txBody>
          <a:bodyPr anchorCtr="0" anchor="t" bIns="182850" lIns="182850" spcFirstLastPara="1" rIns="182850" wrap="square" tIns="182850">
            <a:normAutofit/>
          </a:bodyPr>
          <a:lstStyle>
            <a:lvl1pPr indent="-228600" lvl="0" marL="457200" algn="l">
              <a:lnSpc>
                <a:spcPct val="100000"/>
              </a:lnSpc>
              <a:spcBef>
                <a:spcPts val="0"/>
              </a:spcBef>
              <a:spcAft>
                <a:spcPts val="0"/>
              </a:spcAft>
              <a:buSzPts val="2600"/>
              <a:buNone/>
              <a:defRPr/>
            </a:lvl1pPr>
          </a:lstStyle>
          <a:p/>
        </p:txBody>
      </p:sp>
      <p:sp>
        <p:nvSpPr>
          <p:cNvPr id="219" name="Google Shape;219;g3f7282457ef_0_412"/>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220" name="Shape 220"/>
        <p:cNvGrpSpPr/>
        <p:nvPr/>
      </p:nvGrpSpPr>
      <p:grpSpPr>
        <a:xfrm>
          <a:off x="0" y="0"/>
          <a:ext cx="0" cy="0"/>
          <a:chOff x="0" y="0"/>
          <a:chExt cx="0" cy="0"/>
        </a:xfrm>
      </p:grpSpPr>
      <p:grpSp>
        <p:nvGrpSpPr>
          <p:cNvPr id="221" name="Google Shape;221;g3f7282457ef_0_418"/>
          <p:cNvGrpSpPr/>
          <p:nvPr/>
        </p:nvGrpSpPr>
        <p:grpSpPr>
          <a:xfrm>
            <a:off x="98" y="8198400"/>
            <a:ext cx="18288078" cy="2088600"/>
            <a:chOff x="49" y="4099200"/>
            <a:chExt cx="9144039" cy="1044300"/>
          </a:xfrm>
        </p:grpSpPr>
        <p:grpSp>
          <p:nvGrpSpPr>
            <p:cNvPr id="222" name="Google Shape;222;g3f7282457ef_0_418"/>
            <p:cNvGrpSpPr/>
            <p:nvPr/>
          </p:nvGrpSpPr>
          <p:grpSpPr>
            <a:xfrm>
              <a:off x="49" y="4309200"/>
              <a:ext cx="231622" cy="834300"/>
              <a:chOff x="2688737" y="4301380"/>
              <a:chExt cx="231900" cy="834300"/>
            </a:xfrm>
          </p:grpSpPr>
          <p:sp>
            <p:nvSpPr>
              <p:cNvPr id="223" name="Google Shape;223;g3f7282457ef_0_418"/>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4" name="Google Shape;224;g3f7282457ef_0_418"/>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5" name="Google Shape;225;g3f7282457ef_0_418"/>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6" name="Google Shape;226;g3f7282457ef_0_418"/>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27" name="Google Shape;227;g3f7282457ef_0_418"/>
            <p:cNvGrpSpPr/>
            <p:nvPr/>
          </p:nvGrpSpPr>
          <p:grpSpPr>
            <a:xfrm>
              <a:off x="371403" y="4099200"/>
              <a:ext cx="231622" cy="1044300"/>
              <a:chOff x="2688737" y="4091380"/>
              <a:chExt cx="231900" cy="1044300"/>
            </a:xfrm>
          </p:grpSpPr>
          <p:sp>
            <p:nvSpPr>
              <p:cNvPr id="228" name="Google Shape;228;g3f7282457ef_0_418"/>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9" name="Google Shape;229;g3f7282457ef_0_418"/>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0" name="Google Shape;230;g3f7282457ef_0_418"/>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1" name="Google Shape;231;g3f7282457ef_0_418"/>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2" name="Google Shape;232;g3f7282457ef_0_418"/>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33" name="Google Shape;233;g3f7282457ef_0_418"/>
            <p:cNvGrpSpPr/>
            <p:nvPr/>
          </p:nvGrpSpPr>
          <p:grpSpPr>
            <a:xfrm>
              <a:off x="742758" y="4309200"/>
              <a:ext cx="231622" cy="834300"/>
              <a:chOff x="2688737" y="4301380"/>
              <a:chExt cx="231900" cy="834300"/>
            </a:xfrm>
          </p:grpSpPr>
          <p:sp>
            <p:nvSpPr>
              <p:cNvPr id="234" name="Google Shape;234;g3f7282457ef_0_418"/>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5" name="Google Shape;235;g3f7282457ef_0_418"/>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6" name="Google Shape;236;g3f7282457ef_0_418"/>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7" name="Google Shape;237;g3f7282457ef_0_418"/>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38" name="Google Shape;238;g3f7282457ef_0_418"/>
            <p:cNvGrpSpPr/>
            <p:nvPr/>
          </p:nvGrpSpPr>
          <p:grpSpPr>
            <a:xfrm>
              <a:off x="1114112" y="4518900"/>
              <a:ext cx="231622" cy="624600"/>
              <a:chOff x="2688737" y="4511080"/>
              <a:chExt cx="231900" cy="624600"/>
            </a:xfrm>
          </p:grpSpPr>
          <p:sp>
            <p:nvSpPr>
              <p:cNvPr id="239" name="Google Shape;239;g3f7282457ef_0_418"/>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0" name="Google Shape;240;g3f7282457ef_0_418"/>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1" name="Google Shape;241;g3f7282457ef_0_418"/>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42" name="Google Shape;242;g3f7282457ef_0_418"/>
            <p:cNvGrpSpPr/>
            <p:nvPr/>
          </p:nvGrpSpPr>
          <p:grpSpPr>
            <a:xfrm>
              <a:off x="1856753" y="4099200"/>
              <a:ext cx="231600" cy="1044300"/>
              <a:chOff x="1856753" y="4099200"/>
              <a:chExt cx="231600" cy="1044300"/>
            </a:xfrm>
          </p:grpSpPr>
          <p:sp>
            <p:nvSpPr>
              <p:cNvPr id="243" name="Google Shape;243;g3f7282457ef_0_418"/>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4" name="Google Shape;244;g3f7282457ef_0_418"/>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5" name="Google Shape;245;g3f7282457ef_0_418"/>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6" name="Google Shape;246;g3f7282457ef_0_418"/>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7" name="Google Shape;247;g3f7282457ef_0_418"/>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48" name="Google Shape;248;g3f7282457ef_0_418"/>
            <p:cNvGrpSpPr/>
            <p:nvPr/>
          </p:nvGrpSpPr>
          <p:grpSpPr>
            <a:xfrm>
              <a:off x="2228107" y="4309200"/>
              <a:ext cx="231600" cy="834300"/>
              <a:chOff x="2228107" y="4309200"/>
              <a:chExt cx="231600" cy="834300"/>
            </a:xfrm>
          </p:grpSpPr>
          <p:sp>
            <p:nvSpPr>
              <p:cNvPr id="249" name="Google Shape;249;g3f7282457ef_0_418"/>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0" name="Google Shape;250;g3f7282457ef_0_418"/>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1" name="Google Shape;251;g3f7282457ef_0_418"/>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2" name="Google Shape;252;g3f7282457ef_0_418"/>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53" name="Google Shape;253;g3f7282457ef_0_418"/>
            <p:cNvGrpSpPr/>
            <p:nvPr/>
          </p:nvGrpSpPr>
          <p:grpSpPr>
            <a:xfrm>
              <a:off x="2599462" y="4518900"/>
              <a:ext cx="231600" cy="624600"/>
              <a:chOff x="2599462" y="4518900"/>
              <a:chExt cx="231600" cy="624600"/>
            </a:xfrm>
          </p:grpSpPr>
          <p:sp>
            <p:nvSpPr>
              <p:cNvPr id="254" name="Google Shape;254;g3f7282457ef_0_418"/>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5" name="Google Shape;255;g3f7282457ef_0_418"/>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6" name="Google Shape;256;g3f7282457ef_0_418"/>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57" name="Google Shape;257;g3f7282457ef_0_418"/>
            <p:cNvGrpSpPr/>
            <p:nvPr/>
          </p:nvGrpSpPr>
          <p:grpSpPr>
            <a:xfrm>
              <a:off x="3342171" y="4099200"/>
              <a:ext cx="231600" cy="1044300"/>
              <a:chOff x="3342171" y="4099200"/>
              <a:chExt cx="231600" cy="1044300"/>
            </a:xfrm>
          </p:grpSpPr>
          <p:sp>
            <p:nvSpPr>
              <p:cNvPr id="258" name="Google Shape;258;g3f7282457ef_0_418"/>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9" name="Google Shape;259;g3f7282457ef_0_418"/>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0" name="Google Shape;260;g3f7282457ef_0_418"/>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1" name="Google Shape;261;g3f7282457ef_0_418"/>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2" name="Google Shape;262;g3f7282457ef_0_418"/>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63" name="Google Shape;263;g3f7282457ef_0_418"/>
            <p:cNvGrpSpPr/>
            <p:nvPr/>
          </p:nvGrpSpPr>
          <p:grpSpPr>
            <a:xfrm>
              <a:off x="3713525" y="4309200"/>
              <a:ext cx="231600" cy="834300"/>
              <a:chOff x="3713525" y="4309200"/>
              <a:chExt cx="231600" cy="834300"/>
            </a:xfrm>
          </p:grpSpPr>
          <p:sp>
            <p:nvSpPr>
              <p:cNvPr id="264" name="Google Shape;264;g3f7282457ef_0_418"/>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5" name="Google Shape;265;g3f7282457ef_0_418"/>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6" name="Google Shape;266;g3f7282457ef_0_418"/>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7" name="Google Shape;267;g3f7282457ef_0_418"/>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68" name="Google Shape;268;g3f7282457ef_0_418"/>
            <p:cNvGrpSpPr/>
            <p:nvPr/>
          </p:nvGrpSpPr>
          <p:grpSpPr>
            <a:xfrm>
              <a:off x="1485398" y="4309200"/>
              <a:ext cx="231600" cy="834300"/>
              <a:chOff x="1485398" y="4309200"/>
              <a:chExt cx="231600" cy="834300"/>
            </a:xfrm>
          </p:grpSpPr>
          <p:sp>
            <p:nvSpPr>
              <p:cNvPr id="269" name="Google Shape;269;g3f7282457ef_0_418"/>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0" name="Google Shape;270;g3f7282457ef_0_418"/>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1" name="Google Shape;271;g3f7282457ef_0_418"/>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2" name="Google Shape;272;g3f7282457ef_0_418"/>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73" name="Google Shape;273;g3f7282457ef_0_418"/>
            <p:cNvGrpSpPr/>
            <p:nvPr/>
          </p:nvGrpSpPr>
          <p:grpSpPr>
            <a:xfrm>
              <a:off x="4084879" y="4518900"/>
              <a:ext cx="231600" cy="624600"/>
              <a:chOff x="4084879" y="4518900"/>
              <a:chExt cx="231600" cy="624600"/>
            </a:xfrm>
          </p:grpSpPr>
          <p:sp>
            <p:nvSpPr>
              <p:cNvPr id="274" name="Google Shape;274;g3f7282457ef_0_418"/>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5" name="Google Shape;275;g3f7282457ef_0_418"/>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6" name="Google Shape;276;g3f7282457ef_0_418"/>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77" name="Google Shape;277;g3f7282457ef_0_418"/>
            <p:cNvGrpSpPr/>
            <p:nvPr/>
          </p:nvGrpSpPr>
          <p:grpSpPr>
            <a:xfrm>
              <a:off x="2970816" y="4309200"/>
              <a:ext cx="231600" cy="834300"/>
              <a:chOff x="2970816" y="4309200"/>
              <a:chExt cx="231600" cy="834300"/>
            </a:xfrm>
          </p:grpSpPr>
          <p:sp>
            <p:nvSpPr>
              <p:cNvPr id="278" name="Google Shape;278;g3f7282457ef_0_418"/>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9" name="Google Shape;279;g3f7282457ef_0_418"/>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0" name="Google Shape;280;g3f7282457ef_0_418"/>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1" name="Google Shape;281;g3f7282457ef_0_418"/>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82" name="Google Shape;282;g3f7282457ef_0_418"/>
            <p:cNvGrpSpPr/>
            <p:nvPr/>
          </p:nvGrpSpPr>
          <p:grpSpPr>
            <a:xfrm>
              <a:off x="4456234" y="4309200"/>
              <a:ext cx="231600" cy="834300"/>
              <a:chOff x="4456234" y="4309200"/>
              <a:chExt cx="231600" cy="834300"/>
            </a:xfrm>
          </p:grpSpPr>
          <p:sp>
            <p:nvSpPr>
              <p:cNvPr id="283" name="Google Shape;283;g3f7282457ef_0_418"/>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4" name="Google Shape;284;g3f7282457ef_0_418"/>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5" name="Google Shape;285;g3f7282457ef_0_418"/>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6" name="Google Shape;286;g3f7282457ef_0_418"/>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87" name="Google Shape;287;g3f7282457ef_0_418"/>
            <p:cNvGrpSpPr/>
            <p:nvPr/>
          </p:nvGrpSpPr>
          <p:grpSpPr>
            <a:xfrm>
              <a:off x="4827588" y="4099200"/>
              <a:ext cx="231600" cy="1044300"/>
              <a:chOff x="4827588" y="4099200"/>
              <a:chExt cx="231600" cy="1044300"/>
            </a:xfrm>
          </p:grpSpPr>
          <p:sp>
            <p:nvSpPr>
              <p:cNvPr id="288" name="Google Shape;288;g3f7282457ef_0_418"/>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9" name="Google Shape;289;g3f7282457ef_0_418"/>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0" name="Google Shape;290;g3f7282457ef_0_418"/>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1" name="Google Shape;291;g3f7282457ef_0_418"/>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2" name="Google Shape;292;g3f7282457ef_0_418"/>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93" name="Google Shape;293;g3f7282457ef_0_418"/>
            <p:cNvGrpSpPr/>
            <p:nvPr/>
          </p:nvGrpSpPr>
          <p:grpSpPr>
            <a:xfrm>
              <a:off x="5198943" y="4309200"/>
              <a:ext cx="231600" cy="834300"/>
              <a:chOff x="5198943" y="4309200"/>
              <a:chExt cx="231600" cy="834300"/>
            </a:xfrm>
          </p:grpSpPr>
          <p:sp>
            <p:nvSpPr>
              <p:cNvPr id="294" name="Google Shape;294;g3f7282457ef_0_418"/>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5" name="Google Shape;295;g3f7282457ef_0_418"/>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6" name="Google Shape;296;g3f7282457ef_0_418"/>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7" name="Google Shape;297;g3f7282457ef_0_418"/>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98" name="Google Shape;298;g3f7282457ef_0_418"/>
            <p:cNvGrpSpPr/>
            <p:nvPr/>
          </p:nvGrpSpPr>
          <p:grpSpPr>
            <a:xfrm>
              <a:off x="5570297" y="4518900"/>
              <a:ext cx="231600" cy="624600"/>
              <a:chOff x="5570297" y="4518900"/>
              <a:chExt cx="231600" cy="624600"/>
            </a:xfrm>
          </p:grpSpPr>
          <p:sp>
            <p:nvSpPr>
              <p:cNvPr id="299" name="Google Shape;299;g3f7282457ef_0_418"/>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0" name="Google Shape;300;g3f7282457ef_0_418"/>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1" name="Google Shape;301;g3f7282457ef_0_418"/>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02" name="Google Shape;302;g3f7282457ef_0_418"/>
            <p:cNvGrpSpPr/>
            <p:nvPr/>
          </p:nvGrpSpPr>
          <p:grpSpPr>
            <a:xfrm>
              <a:off x="5941652" y="4309200"/>
              <a:ext cx="231600" cy="834300"/>
              <a:chOff x="5941652" y="4309200"/>
              <a:chExt cx="231600" cy="834300"/>
            </a:xfrm>
          </p:grpSpPr>
          <p:sp>
            <p:nvSpPr>
              <p:cNvPr id="303" name="Google Shape;303;g3f7282457ef_0_418"/>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4" name="Google Shape;304;g3f7282457ef_0_418"/>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5" name="Google Shape;305;g3f7282457ef_0_418"/>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6" name="Google Shape;306;g3f7282457ef_0_418"/>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07" name="Google Shape;307;g3f7282457ef_0_418"/>
            <p:cNvGrpSpPr/>
            <p:nvPr/>
          </p:nvGrpSpPr>
          <p:grpSpPr>
            <a:xfrm>
              <a:off x="6313006" y="4099200"/>
              <a:ext cx="231600" cy="1044300"/>
              <a:chOff x="6313006" y="4099200"/>
              <a:chExt cx="231600" cy="1044300"/>
            </a:xfrm>
          </p:grpSpPr>
          <p:sp>
            <p:nvSpPr>
              <p:cNvPr id="308" name="Google Shape;308;g3f7282457ef_0_418"/>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9" name="Google Shape;309;g3f7282457ef_0_418"/>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0" name="Google Shape;310;g3f7282457ef_0_418"/>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1" name="Google Shape;311;g3f7282457ef_0_418"/>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2" name="Google Shape;312;g3f7282457ef_0_418"/>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13" name="Google Shape;313;g3f7282457ef_0_418"/>
            <p:cNvGrpSpPr/>
            <p:nvPr/>
          </p:nvGrpSpPr>
          <p:grpSpPr>
            <a:xfrm>
              <a:off x="6684361" y="4309200"/>
              <a:ext cx="231600" cy="834300"/>
              <a:chOff x="6684361" y="4309200"/>
              <a:chExt cx="231600" cy="834300"/>
            </a:xfrm>
          </p:grpSpPr>
          <p:sp>
            <p:nvSpPr>
              <p:cNvPr id="314" name="Google Shape;314;g3f7282457ef_0_418"/>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5" name="Google Shape;315;g3f7282457ef_0_418"/>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6" name="Google Shape;316;g3f7282457ef_0_418"/>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7" name="Google Shape;317;g3f7282457ef_0_418"/>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18" name="Google Shape;318;g3f7282457ef_0_418"/>
            <p:cNvGrpSpPr/>
            <p:nvPr/>
          </p:nvGrpSpPr>
          <p:grpSpPr>
            <a:xfrm>
              <a:off x="7055715" y="4518900"/>
              <a:ext cx="231600" cy="624600"/>
              <a:chOff x="7055715" y="4518900"/>
              <a:chExt cx="231600" cy="624600"/>
            </a:xfrm>
          </p:grpSpPr>
          <p:sp>
            <p:nvSpPr>
              <p:cNvPr id="319" name="Google Shape;319;g3f7282457ef_0_418"/>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0" name="Google Shape;320;g3f7282457ef_0_418"/>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1" name="Google Shape;321;g3f7282457ef_0_418"/>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22" name="Google Shape;322;g3f7282457ef_0_418"/>
            <p:cNvGrpSpPr/>
            <p:nvPr/>
          </p:nvGrpSpPr>
          <p:grpSpPr>
            <a:xfrm>
              <a:off x="7798424" y="4099200"/>
              <a:ext cx="231600" cy="1044300"/>
              <a:chOff x="7798424" y="4099200"/>
              <a:chExt cx="231600" cy="1044300"/>
            </a:xfrm>
          </p:grpSpPr>
          <p:sp>
            <p:nvSpPr>
              <p:cNvPr id="323" name="Google Shape;323;g3f7282457ef_0_418"/>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4" name="Google Shape;324;g3f7282457ef_0_418"/>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5" name="Google Shape;325;g3f7282457ef_0_418"/>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6" name="Google Shape;326;g3f7282457ef_0_418"/>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7" name="Google Shape;327;g3f7282457ef_0_418"/>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28" name="Google Shape;328;g3f7282457ef_0_418"/>
            <p:cNvGrpSpPr/>
            <p:nvPr/>
          </p:nvGrpSpPr>
          <p:grpSpPr>
            <a:xfrm>
              <a:off x="8169779" y="4309200"/>
              <a:ext cx="231600" cy="834300"/>
              <a:chOff x="8169779" y="4309200"/>
              <a:chExt cx="231600" cy="834300"/>
            </a:xfrm>
          </p:grpSpPr>
          <p:sp>
            <p:nvSpPr>
              <p:cNvPr id="329" name="Google Shape;329;g3f7282457ef_0_418"/>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0" name="Google Shape;330;g3f7282457ef_0_418"/>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1" name="Google Shape;331;g3f7282457ef_0_418"/>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2" name="Google Shape;332;g3f7282457ef_0_418"/>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33" name="Google Shape;333;g3f7282457ef_0_418"/>
            <p:cNvGrpSpPr/>
            <p:nvPr/>
          </p:nvGrpSpPr>
          <p:grpSpPr>
            <a:xfrm>
              <a:off x="7427070" y="4309200"/>
              <a:ext cx="231600" cy="834300"/>
              <a:chOff x="7427070" y="4309200"/>
              <a:chExt cx="231600" cy="834300"/>
            </a:xfrm>
          </p:grpSpPr>
          <p:sp>
            <p:nvSpPr>
              <p:cNvPr id="334" name="Google Shape;334;g3f7282457ef_0_418"/>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5" name="Google Shape;335;g3f7282457ef_0_418"/>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6" name="Google Shape;336;g3f7282457ef_0_418"/>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7" name="Google Shape;337;g3f7282457ef_0_418"/>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38" name="Google Shape;338;g3f7282457ef_0_418"/>
            <p:cNvGrpSpPr/>
            <p:nvPr/>
          </p:nvGrpSpPr>
          <p:grpSpPr>
            <a:xfrm>
              <a:off x="8541133" y="4518900"/>
              <a:ext cx="231600" cy="624600"/>
              <a:chOff x="8541133" y="4518900"/>
              <a:chExt cx="231600" cy="624600"/>
            </a:xfrm>
          </p:grpSpPr>
          <p:sp>
            <p:nvSpPr>
              <p:cNvPr id="339" name="Google Shape;339;g3f7282457ef_0_418"/>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0" name="Google Shape;340;g3f7282457ef_0_418"/>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1" name="Google Shape;341;g3f7282457ef_0_418"/>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42" name="Google Shape;342;g3f7282457ef_0_418"/>
            <p:cNvGrpSpPr/>
            <p:nvPr/>
          </p:nvGrpSpPr>
          <p:grpSpPr>
            <a:xfrm>
              <a:off x="8912488" y="4309200"/>
              <a:ext cx="231600" cy="834300"/>
              <a:chOff x="8912488" y="4309200"/>
              <a:chExt cx="231600" cy="834300"/>
            </a:xfrm>
          </p:grpSpPr>
          <p:sp>
            <p:nvSpPr>
              <p:cNvPr id="343" name="Google Shape;343;g3f7282457ef_0_418"/>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4" name="Google Shape;344;g3f7282457ef_0_418"/>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5" name="Google Shape;345;g3f7282457ef_0_418"/>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6" name="Google Shape;346;g3f7282457ef_0_418"/>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sp>
        <p:nvSpPr>
          <p:cNvPr id="347" name="Google Shape;347;g3f7282457ef_0_418"/>
          <p:cNvSpPr txBox="1"/>
          <p:nvPr>
            <p:ph hasCustomPrompt="1" type="title"/>
          </p:nvPr>
        </p:nvSpPr>
        <p:spPr>
          <a:xfrm>
            <a:off x="2777250" y="1545450"/>
            <a:ext cx="12733800" cy="37266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lt1"/>
              </a:buClr>
              <a:buSzPts val="16000"/>
              <a:buNone/>
              <a:defRPr sz="16000">
                <a:solidFill>
                  <a:schemeClr val="lt1"/>
                </a:solidFill>
              </a:defRPr>
            </a:lvl1pPr>
            <a:lvl2pPr lvl="1" algn="ctr">
              <a:lnSpc>
                <a:spcPct val="100000"/>
              </a:lnSpc>
              <a:spcBef>
                <a:spcPts val="0"/>
              </a:spcBef>
              <a:spcAft>
                <a:spcPts val="0"/>
              </a:spcAft>
              <a:buClr>
                <a:schemeClr val="lt1"/>
              </a:buClr>
              <a:buSzPts val="16000"/>
              <a:buNone/>
              <a:defRPr sz="16000">
                <a:solidFill>
                  <a:schemeClr val="lt1"/>
                </a:solidFill>
              </a:defRPr>
            </a:lvl2pPr>
            <a:lvl3pPr lvl="2" algn="ctr">
              <a:lnSpc>
                <a:spcPct val="100000"/>
              </a:lnSpc>
              <a:spcBef>
                <a:spcPts val="0"/>
              </a:spcBef>
              <a:spcAft>
                <a:spcPts val="0"/>
              </a:spcAft>
              <a:buClr>
                <a:schemeClr val="lt1"/>
              </a:buClr>
              <a:buSzPts val="16000"/>
              <a:buNone/>
              <a:defRPr sz="16000">
                <a:solidFill>
                  <a:schemeClr val="lt1"/>
                </a:solidFill>
              </a:defRPr>
            </a:lvl3pPr>
            <a:lvl4pPr lvl="3" algn="ctr">
              <a:lnSpc>
                <a:spcPct val="100000"/>
              </a:lnSpc>
              <a:spcBef>
                <a:spcPts val="0"/>
              </a:spcBef>
              <a:spcAft>
                <a:spcPts val="0"/>
              </a:spcAft>
              <a:buClr>
                <a:schemeClr val="lt1"/>
              </a:buClr>
              <a:buSzPts val="16000"/>
              <a:buNone/>
              <a:defRPr sz="16000">
                <a:solidFill>
                  <a:schemeClr val="lt1"/>
                </a:solidFill>
              </a:defRPr>
            </a:lvl4pPr>
            <a:lvl5pPr lvl="4" algn="ctr">
              <a:lnSpc>
                <a:spcPct val="100000"/>
              </a:lnSpc>
              <a:spcBef>
                <a:spcPts val="0"/>
              </a:spcBef>
              <a:spcAft>
                <a:spcPts val="0"/>
              </a:spcAft>
              <a:buClr>
                <a:schemeClr val="lt1"/>
              </a:buClr>
              <a:buSzPts val="16000"/>
              <a:buNone/>
              <a:defRPr sz="16000">
                <a:solidFill>
                  <a:schemeClr val="lt1"/>
                </a:solidFill>
              </a:defRPr>
            </a:lvl5pPr>
            <a:lvl6pPr lvl="5" algn="ctr">
              <a:lnSpc>
                <a:spcPct val="100000"/>
              </a:lnSpc>
              <a:spcBef>
                <a:spcPts val="0"/>
              </a:spcBef>
              <a:spcAft>
                <a:spcPts val="0"/>
              </a:spcAft>
              <a:buClr>
                <a:schemeClr val="lt1"/>
              </a:buClr>
              <a:buSzPts val="16000"/>
              <a:buNone/>
              <a:defRPr sz="16000">
                <a:solidFill>
                  <a:schemeClr val="lt1"/>
                </a:solidFill>
              </a:defRPr>
            </a:lvl6pPr>
            <a:lvl7pPr lvl="6" algn="ctr">
              <a:lnSpc>
                <a:spcPct val="100000"/>
              </a:lnSpc>
              <a:spcBef>
                <a:spcPts val="0"/>
              </a:spcBef>
              <a:spcAft>
                <a:spcPts val="0"/>
              </a:spcAft>
              <a:buClr>
                <a:schemeClr val="lt1"/>
              </a:buClr>
              <a:buSzPts val="16000"/>
              <a:buNone/>
              <a:defRPr sz="16000">
                <a:solidFill>
                  <a:schemeClr val="lt1"/>
                </a:solidFill>
              </a:defRPr>
            </a:lvl7pPr>
            <a:lvl8pPr lvl="7" algn="ctr">
              <a:lnSpc>
                <a:spcPct val="100000"/>
              </a:lnSpc>
              <a:spcBef>
                <a:spcPts val="0"/>
              </a:spcBef>
              <a:spcAft>
                <a:spcPts val="0"/>
              </a:spcAft>
              <a:buClr>
                <a:schemeClr val="lt1"/>
              </a:buClr>
              <a:buSzPts val="16000"/>
              <a:buNone/>
              <a:defRPr sz="16000">
                <a:solidFill>
                  <a:schemeClr val="lt1"/>
                </a:solidFill>
              </a:defRPr>
            </a:lvl8pPr>
            <a:lvl9pPr lvl="8" algn="ctr">
              <a:lnSpc>
                <a:spcPct val="100000"/>
              </a:lnSpc>
              <a:spcBef>
                <a:spcPts val="0"/>
              </a:spcBef>
              <a:spcAft>
                <a:spcPts val="0"/>
              </a:spcAft>
              <a:buClr>
                <a:schemeClr val="lt1"/>
              </a:buClr>
              <a:buSzPts val="16000"/>
              <a:buNone/>
              <a:defRPr sz="16000">
                <a:solidFill>
                  <a:schemeClr val="lt1"/>
                </a:solidFill>
              </a:defRPr>
            </a:lvl9pPr>
          </a:lstStyle>
          <a:p>
            <a:r>
              <a:t>xx%</a:t>
            </a:r>
          </a:p>
        </p:txBody>
      </p:sp>
      <p:sp>
        <p:nvSpPr>
          <p:cNvPr id="348" name="Google Shape;348;g3f7282457ef_0_418"/>
          <p:cNvSpPr txBox="1"/>
          <p:nvPr>
            <p:ph idx="1" type="body"/>
          </p:nvPr>
        </p:nvSpPr>
        <p:spPr>
          <a:xfrm>
            <a:off x="2777250" y="5424600"/>
            <a:ext cx="12733800" cy="2222400"/>
          </a:xfrm>
          <a:prstGeom prst="rect">
            <a:avLst/>
          </a:prstGeom>
          <a:noFill/>
          <a:ln>
            <a:noFill/>
          </a:ln>
        </p:spPr>
        <p:txBody>
          <a:bodyPr anchorCtr="0" anchor="t" bIns="182850" lIns="182850" spcFirstLastPara="1" rIns="182850" wrap="square" tIns="182850">
            <a:normAutofit/>
          </a:bodyPr>
          <a:lstStyle>
            <a:lvl1pPr indent="-393700" lvl="0" marL="457200" algn="ctr">
              <a:lnSpc>
                <a:spcPct val="115000"/>
              </a:lnSpc>
              <a:spcBef>
                <a:spcPts val="0"/>
              </a:spcBef>
              <a:spcAft>
                <a:spcPts val="0"/>
              </a:spcAft>
              <a:buClr>
                <a:schemeClr val="lt1"/>
              </a:buClr>
              <a:buSzPts val="2600"/>
              <a:buChar char="●"/>
              <a:defRPr>
                <a:solidFill>
                  <a:schemeClr val="lt1"/>
                </a:solidFill>
              </a:defRPr>
            </a:lvl1pPr>
            <a:lvl2pPr indent="-368300" lvl="1" marL="914400" algn="ctr">
              <a:lnSpc>
                <a:spcPct val="115000"/>
              </a:lnSpc>
              <a:spcBef>
                <a:spcPts val="0"/>
              </a:spcBef>
              <a:spcAft>
                <a:spcPts val="0"/>
              </a:spcAft>
              <a:buClr>
                <a:schemeClr val="lt1"/>
              </a:buClr>
              <a:buSzPts val="2200"/>
              <a:buChar char="○"/>
              <a:defRPr>
                <a:solidFill>
                  <a:schemeClr val="lt1"/>
                </a:solidFill>
              </a:defRPr>
            </a:lvl2pPr>
            <a:lvl3pPr indent="-368300" lvl="2" marL="1371600" algn="ctr">
              <a:lnSpc>
                <a:spcPct val="115000"/>
              </a:lnSpc>
              <a:spcBef>
                <a:spcPts val="0"/>
              </a:spcBef>
              <a:spcAft>
                <a:spcPts val="0"/>
              </a:spcAft>
              <a:buClr>
                <a:schemeClr val="lt1"/>
              </a:buClr>
              <a:buSzPts val="2200"/>
              <a:buChar char="■"/>
              <a:defRPr>
                <a:solidFill>
                  <a:schemeClr val="lt1"/>
                </a:solidFill>
              </a:defRPr>
            </a:lvl3pPr>
            <a:lvl4pPr indent="-368300" lvl="3" marL="1828800" algn="ctr">
              <a:lnSpc>
                <a:spcPct val="115000"/>
              </a:lnSpc>
              <a:spcBef>
                <a:spcPts val="0"/>
              </a:spcBef>
              <a:spcAft>
                <a:spcPts val="0"/>
              </a:spcAft>
              <a:buClr>
                <a:schemeClr val="lt1"/>
              </a:buClr>
              <a:buSzPts val="2200"/>
              <a:buChar char="●"/>
              <a:defRPr>
                <a:solidFill>
                  <a:schemeClr val="lt1"/>
                </a:solidFill>
              </a:defRPr>
            </a:lvl4pPr>
            <a:lvl5pPr indent="-368300" lvl="4" marL="2286000" algn="ctr">
              <a:lnSpc>
                <a:spcPct val="115000"/>
              </a:lnSpc>
              <a:spcBef>
                <a:spcPts val="0"/>
              </a:spcBef>
              <a:spcAft>
                <a:spcPts val="0"/>
              </a:spcAft>
              <a:buClr>
                <a:schemeClr val="lt1"/>
              </a:buClr>
              <a:buSzPts val="2200"/>
              <a:buChar char="○"/>
              <a:defRPr>
                <a:solidFill>
                  <a:schemeClr val="lt1"/>
                </a:solidFill>
              </a:defRPr>
            </a:lvl5pPr>
            <a:lvl6pPr indent="-368300" lvl="5" marL="2743200" algn="ctr">
              <a:lnSpc>
                <a:spcPct val="115000"/>
              </a:lnSpc>
              <a:spcBef>
                <a:spcPts val="0"/>
              </a:spcBef>
              <a:spcAft>
                <a:spcPts val="0"/>
              </a:spcAft>
              <a:buClr>
                <a:schemeClr val="lt1"/>
              </a:buClr>
              <a:buSzPts val="2200"/>
              <a:buChar char="■"/>
              <a:defRPr>
                <a:solidFill>
                  <a:schemeClr val="lt1"/>
                </a:solidFill>
              </a:defRPr>
            </a:lvl6pPr>
            <a:lvl7pPr indent="-368300" lvl="6" marL="3200400" algn="ctr">
              <a:lnSpc>
                <a:spcPct val="115000"/>
              </a:lnSpc>
              <a:spcBef>
                <a:spcPts val="0"/>
              </a:spcBef>
              <a:spcAft>
                <a:spcPts val="0"/>
              </a:spcAft>
              <a:buClr>
                <a:schemeClr val="lt1"/>
              </a:buClr>
              <a:buSzPts val="2200"/>
              <a:buChar char="●"/>
              <a:defRPr>
                <a:solidFill>
                  <a:schemeClr val="lt1"/>
                </a:solidFill>
              </a:defRPr>
            </a:lvl7pPr>
            <a:lvl8pPr indent="-368300" lvl="7" marL="3657600" algn="ctr">
              <a:lnSpc>
                <a:spcPct val="115000"/>
              </a:lnSpc>
              <a:spcBef>
                <a:spcPts val="0"/>
              </a:spcBef>
              <a:spcAft>
                <a:spcPts val="0"/>
              </a:spcAft>
              <a:buClr>
                <a:schemeClr val="lt1"/>
              </a:buClr>
              <a:buSzPts val="2200"/>
              <a:buChar char="○"/>
              <a:defRPr>
                <a:solidFill>
                  <a:schemeClr val="lt1"/>
                </a:solidFill>
              </a:defRPr>
            </a:lvl8pPr>
            <a:lvl9pPr indent="-368300" lvl="8" marL="4114800" algn="ctr">
              <a:lnSpc>
                <a:spcPct val="115000"/>
              </a:lnSpc>
              <a:spcBef>
                <a:spcPts val="0"/>
              </a:spcBef>
              <a:spcAft>
                <a:spcPts val="0"/>
              </a:spcAft>
              <a:buClr>
                <a:schemeClr val="lt1"/>
              </a:buClr>
              <a:buSzPts val="2200"/>
              <a:buChar char="■"/>
              <a:defRPr>
                <a:solidFill>
                  <a:schemeClr val="lt1"/>
                </a:solidFill>
              </a:defRPr>
            </a:lvl9pPr>
          </a:lstStyle>
          <a:p/>
        </p:txBody>
      </p:sp>
      <p:sp>
        <p:nvSpPr>
          <p:cNvPr id="349" name="Google Shape;349;g3f7282457ef_0_418"/>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0" name="Shape 350"/>
        <p:cNvGrpSpPr/>
        <p:nvPr/>
      </p:nvGrpSpPr>
      <p:grpSpPr>
        <a:xfrm>
          <a:off x="0" y="0"/>
          <a:ext cx="0" cy="0"/>
          <a:chOff x="0" y="0"/>
          <a:chExt cx="0" cy="0"/>
        </a:xfrm>
      </p:grpSpPr>
      <p:sp>
        <p:nvSpPr>
          <p:cNvPr id="351" name="Google Shape;351;g3f7282457ef_0_548"/>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84" name="Shape 84"/>
        <p:cNvGrpSpPr/>
        <p:nvPr/>
      </p:nvGrpSpPr>
      <p:grpSpPr>
        <a:xfrm>
          <a:off x="0" y="0"/>
          <a:ext cx="0" cy="0"/>
          <a:chOff x="0" y="0"/>
          <a:chExt cx="0" cy="0"/>
        </a:xfrm>
      </p:grpSpPr>
      <p:sp>
        <p:nvSpPr>
          <p:cNvPr id="85" name="Google Shape;85;g3f7282457ef_0_282"/>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1pPr>
            <a:lvl2pPr lvl="1"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2pPr>
            <a:lvl3pPr lvl="2"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3pPr>
            <a:lvl4pPr lvl="3"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4pPr>
            <a:lvl5pPr lvl="4"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5pPr>
            <a:lvl6pPr lvl="5"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6pPr>
            <a:lvl7pPr lvl="6"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7pPr>
            <a:lvl8pPr lvl="7"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8pPr>
            <a:lvl9pPr lvl="8"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9pPr>
          </a:lstStyle>
          <a:p/>
        </p:txBody>
      </p:sp>
      <p:sp>
        <p:nvSpPr>
          <p:cNvPr id="86" name="Google Shape;86;g3f7282457ef_0_282"/>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393700" lvl="0" marL="457200" marR="0" algn="l">
              <a:lnSpc>
                <a:spcPct val="115000"/>
              </a:lnSpc>
              <a:spcBef>
                <a:spcPts val="0"/>
              </a:spcBef>
              <a:spcAft>
                <a:spcPts val="0"/>
              </a:spcAft>
              <a:buClr>
                <a:schemeClr val="dk2"/>
              </a:buClr>
              <a:buSzPts val="2600"/>
              <a:buFont typeface="Nunito"/>
              <a:buChar char="●"/>
              <a:defRPr b="0" i="0" sz="2600" u="none" cap="none" strike="noStrike">
                <a:solidFill>
                  <a:schemeClr val="dk2"/>
                </a:solidFill>
                <a:latin typeface="Nunito"/>
                <a:ea typeface="Nunito"/>
                <a:cs typeface="Nunito"/>
                <a:sym typeface="Nunito"/>
              </a:defRPr>
            </a:lvl1pPr>
            <a:lvl2pPr indent="-368300" lvl="1" marL="9144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2pPr>
            <a:lvl3pPr indent="-368300" lvl="2" marL="13716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3pPr>
            <a:lvl4pPr indent="-368300" lvl="3" marL="18288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4pPr>
            <a:lvl5pPr indent="-368300" lvl="4" marL="22860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5pPr>
            <a:lvl6pPr indent="-368300" lvl="5" marL="27432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6pPr>
            <a:lvl7pPr indent="-368300" lvl="6" marL="32004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7pPr>
            <a:lvl8pPr indent="-368300" lvl="7" marL="36576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8pPr>
            <a:lvl9pPr indent="-368300" lvl="8" marL="41148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9pPr>
          </a:lstStyle>
          <a:p/>
        </p:txBody>
      </p:sp>
      <p:sp>
        <p:nvSpPr>
          <p:cNvPr id="87" name="Google Shape;87;g3f7282457ef_0_282"/>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4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0.jp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3.gif"/><Relationship Id="rId7" Type="http://schemas.openxmlformats.org/officeDocument/2006/relationships/image" Target="../media/image2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3.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g"/><Relationship Id="rId4" Type="http://schemas.openxmlformats.org/officeDocument/2006/relationships/image" Target="../media/image31.jpg"/><Relationship Id="rId5" Type="http://schemas.openxmlformats.org/officeDocument/2006/relationships/image" Target="../media/image3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4.jpg"/><Relationship Id="rId4" Type="http://schemas.openxmlformats.org/officeDocument/2006/relationships/image" Target="../media/image33.jpg"/><Relationship Id="rId5" Type="http://schemas.openxmlformats.org/officeDocument/2006/relationships/image" Target="../media/image36.jpg"/><Relationship Id="rId6" Type="http://schemas.openxmlformats.org/officeDocument/2006/relationships/image" Target="../media/image38.jpg"/><Relationship Id="rId7" Type="http://schemas.openxmlformats.org/officeDocument/2006/relationships/image" Target="../media/image39.jpg"/><Relationship Id="rId8" Type="http://schemas.openxmlformats.org/officeDocument/2006/relationships/image" Target="../media/image32.jpg"/><Relationship Id="rId9" Type="http://schemas.openxmlformats.org/officeDocument/2006/relationships/image" Target="../media/image37.jpg"/><Relationship Id="rId10" Type="http://schemas.openxmlformats.org/officeDocument/2006/relationships/image" Target="../media/image42.jpg"/><Relationship Id="rId11" Type="http://schemas.openxmlformats.org/officeDocument/2006/relationships/image" Target="../media/image41.jpg"/><Relationship Id="rId12" Type="http://schemas.openxmlformats.org/officeDocument/2006/relationships/image" Target="../media/image4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4.jpg"/><Relationship Id="rId4" Type="http://schemas.openxmlformats.org/officeDocument/2006/relationships/image" Target="../media/image36.jpg"/><Relationship Id="rId5" Type="http://schemas.openxmlformats.org/officeDocument/2006/relationships/image" Target="../media/image38.jpg"/><Relationship Id="rId6" Type="http://schemas.openxmlformats.org/officeDocument/2006/relationships/image" Target="../media/image39.jpg"/><Relationship Id="rId7" Type="http://schemas.openxmlformats.org/officeDocument/2006/relationships/image" Target="../media/image32.jpg"/><Relationship Id="rId8" Type="http://schemas.openxmlformats.org/officeDocument/2006/relationships/image" Target="../media/image37.jpg"/><Relationship Id="rId9" Type="http://schemas.openxmlformats.org/officeDocument/2006/relationships/image" Target="../media/image42.jpg"/><Relationship Id="rId10" Type="http://schemas.openxmlformats.org/officeDocument/2006/relationships/image" Target="../media/image4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6.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8.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5.png"/><Relationship Id="rId4" Type="http://schemas.openxmlformats.org/officeDocument/2006/relationships/image" Target="../media/image53.png"/><Relationship Id="rId5"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2.jpg"/><Relationship Id="rId4" Type="http://schemas.openxmlformats.org/officeDocument/2006/relationships/image" Target="../media/image4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58.png"/><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8.png"/><Relationship Id="rId4" Type="http://schemas.openxmlformats.org/officeDocument/2006/relationships/image" Target="../media/image6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1.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8.png"/><Relationship Id="rId4" Type="http://schemas.openxmlformats.org/officeDocument/2006/relationships/image" Target="../media/image67.png"/><Relationship Id="rId5" Type="http://schemas.openxmlformats.org/officeDocument/2006/relationships/image" Target="../media/image6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fab1307313_0_6"/>
          <p:cNvSpPr txBox="1"/>
          <p:nvPr>
            <p:ph type="title"/>
          </p:nvPr>
        </p:nvSpPr>
        <p:spPr>
          <a:xfrm>
            <a:off x="1648000" y="3227650"/>
            <a:ext cx="12441600" cy="4631400"/>
          </a:xfrm>
          <a:prstGeom prst="rect">
            <a:avLst/>
          </a:prstGeom>
        </p:spPr>
        <p:txBody>
          <a:bodyPr anchorCtr="0" anchor="ctr" bIns="182850" lIns="182850" spcFirstLastPara="1" rIns="182850" wrap="square" tIns="182850">
            <a:normAutofit fontScale="90000"/>
          </a:bodyPr>
          <a:lstStyle/>
          <a:p>
            <a:pPr indent="0" lvl="0" marL="0" rtl="0" algn="l">
              <a:spcBef>
                <a:spcPts val="0"/>
              </a:spcBef>
              <a:spcAft>
                <a:spcPts val="0"/>
              </a:spcAft>
              <a:buNone/>
            </a:pPr>
            <a:r>
              <a:rPr lang="en-US"/>
              <a:t>What’s New In Science?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solidFill>
                  <a:srgbClr val="0000FF"/>
                </a:solidFill>
              </a:rPr>
              <a:t>¿Qué hay de nuevo en la ciencia?</a:t>
            </a:r>
            <a:endParaRPr>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fab1307313_0_283"/>
          <p:cNvSpPr txBox="1"/>
          <p:nvPr>
            <p:ph idx="4294967295" type="title"/>
          </p:nvPr>
        </p:nvSpPr>
        <p:spPr>
          <a:xfrm>
            <a:off x="86750" y="93500"/>
            <a:ext cx="17854200" cy="3009000"/>
          </a:xfrm>
          <a:prstGeom prst="rect">
            <a:avLst/>
          </a:prstGeom>
        </p:spPr>
        <p:txBody>
          <a:bodyPr anchorCtr="0" anchor="t" bIns="182850" lIns="182850" spcFirstLastPara="1" rIns="182850" wrap="square" tIns="182850">
            <a:normAutofit fontScale="90000"/>
          </a:bodyPr>
          <a:lstStyle/>
          <a:p>
            <a:pPr indent="0" lvl="0" marL="0" rtl="0" algn="ctr">
              <a:spcBef>
                <a:spcPts val="0"/>
              </a:spcBef>
              <a:spcAft>
                <a:spcPts val="0"/>
              </a:spcAft>
              <a:buNone/>
            </a:pPr>
            <a:r>
              <a:rPr lang="en-US"/>
              <a:t>What’s new in science? </a:t>
            </a:r>
            <a:r>
              <a:rPr lang="en-US" sz="5550">
                <a:solidFill>
                  <a:srgbClr val="0000FF"/>
                </a:solidFill>
              </a:rPr>
              <a:t>¿Qué hay de nuevo en la ciencia? </a:t>
            </a:r>
            <a:endParaRPr sz="5550">
              <a:solidFill>
                <a:srgbClr val="0000FF"/>
              </a:solidFill>
            </a:endParaRPr>
          </a:p>
          <a:p>
            <a:pPr indent="0" lvl="0" marL="0" rtl="0" algn="l">
              <a:spcBef>
                <a:spcPts val="0"/>
              </a:spcBef>
              <a:spcAft>
                <a:spcPts val="0"/>
              </a:spcAft>
              <a:buNone/>
            </a:pPr>
            <a:r>
              <a:rPr lang="en-US" sz="4000"/>
              <a:t>In the winter, shrews shrink their brains, skull, and other organs but elongate their noses.</a:t>
            </a:r>
            <a:endParaRPr/>
          </a:p>
          <a:p>
            <a:pPr indent="0" lvl="0" marL="0" rtl="0" algn="l">
              <a:spcBef>
                <a:spcPts val="0"/>
              </a:spcBef>
              <a:spcAft>
                <a:spcPts val="0"/>
              </a:spcAft>
              <a:buNone/>
            </a:pPr>
            <a:r>
              <a:rPr lang="en-US" sz="4000">
                <a:solidFill>
                  <a:srgbClr val="0000FF"/>
                </a:solidFill>
              </a:rPr>
              <a:t>En invierno, las musarañas reducen el tamaño de su cerebro, cráneo y otros órganos, pero alargan sus hocicos.</a:t>
            </a:r>
            <a:endParaRPr sz="4000">
              <a:solidFill>
                <a:srgbClr val="0000FF"/>
              </a:solidFill>
            </a:endParaRPr>
          </a:p>
        </p:txBody>
      </p:sp>
      <p:sp>
        <p:nvSpPr>
          <p:cNvPr id="362" name="Google Shape;362;g3fab1307313_0_283"/>
          <p:cNvSpPr txBox="1"/>
          <p:nvPr/>
        </p:nvSpPr>
        <p:spPr>
          <a:xfrm>
            <a:off x="86750" y="3192600"/>
            <a:ext cx="10309200" cy="6761400"/>
          </a:xfrm>
          <a:prstGeom prst="rect">
            <a:avLst/>
          </a:prstGeom>
          <a:noFill/>
          <a:ln>
            <a:noFill/>
          </a:ln>
        </p:spPr>
        <p:txBody>
          <a:bodyPr anchorCtr="0" anchor="t" bIns="182850" lIns="182850" spcFirstLastPara="1" rIns="182850" wrap="square" tIns="182850">
            <a:spAutoFit/>
          </a:bodyPr>
          <a:lstStyle/>
          <a:p>
            <a:pPr indent="-635000" lvl="0" marL="914400" rtl="0" algn="l">
              <a:lnSpc>
                <a:spcPct val="115000"/>
              </a:lnSpc>
              <a:spcBef>
                <a:spcPts val="0"/>
              </a:spcBef>
              <a:spcAft>
                <a:spcPts val="0"/>
              </a:spcAft>
              <a:buSzPts val="2800"/>
              <a:buChar char="●"/>
            </a:pPr>
            <a:r>
              <a:rPr lang="en-US" sz="2800"/>
              <a:t>Dehnel’s phenomenon (</a:t>
            </a:r>
            <a:r>
              <a:rPr lang="en-US" sz="2800"/>
              <a:t>described</a:t>
            </a:r>
            <a:r>
              <a:rPr lang="en-US" sz="2800"/>
              <a:t> in 1949) is the temporary shrinkage of body and organs during winter to reduce energy needs.</a:t>
            </a:r>
            <a:endParaRPr sz="2800"/>
          </a:p>
          <a:p>
            <a:pPr indent="0" lvl="0" marL="914400" rtl="0" algn="l">
              <a:lnSpc>
                <a:spcPct val="115000"/>
              </a:lnSpc>
              <a:spcBef>
                <a:spcPts val="0"/>
              </a:spcBef>
              <a:spcAft>
                <a:spcPts val="0"/>
              </a:spcAft>
              <a:buNone/>
            </a:pPr>
            <a:r>
              <a:rPr lang="en-US" sz="2600">
                <a:solidFill>
                  <a:srgbClr val="0000FF"/>
                </a:solidFill>
              </a:rPr>
              <a:t>El fenómeno de Dehnel (descrito en 1949) es la reducción temporal del cuerpo y los órganos durante el invierno para disminuir las necesidades energéticas.</a:t>
            </a:r>
            <a:r>
              <a:rPr lang="en-US" sz="2600">
                <a:solidFill>
                  <a:srgbClr val="0000FF"/>
                </a:solidFill>
              </a:rPr>
              <a:t> </a:t>
            </a:r>
            <a:endParaRPr sz="2600">
              <a:solidFill>
                <a:srgbClr val="0000FF"/>
              </a:solidFill>
            </a:endParaRPr>
          </a:p>
          <a:p>
            <a:pPr indent="-635000" lvl="0" marL="914400" rtl="0" algn="l">
              <a:lnSpc>
                <a:spcPct val="115000"/>
              </a:lnSpc>
              <a:spcBef>
                <a:spcPts val="2000"/>
              </a:spcBef>
              <a:spcAft>
                <a:spcPts val="0"/>
              </a:spcAft>
              <a:buSzPts val="2800"/>
              <a:buChar char="●"/>
            </a:pPr>
            <a:r>
              <a:rPr lang="en-US" sz="2800"/>
              <a:t>Looking at shrews from Japan that go through harsh winters, they </a:t>
            </a:r>
            <a:r>
              <a:rPr lang="en-US" sz="2800"/>
              <a:t>found</a:t>
            </a:r>
            <a:r>
              <a:rPr lang="en-US" sz="2800"/>
              <a:t> the reduced skull during winter times and s</a:t>
            </a:r>
            <a:r>
              <a:rPr lang="en-US" sz="2800"/>
              <a:t>urprisingly also found </a:t>
            </a:r>
            <a:r>
              <a:rPr b="1" lang="en-US" sz="2800"/>
              <a:t>taller and wider snouts</a:t>
            </a:r>
            <a:r>
              <a:rPr lang="en-US" sz="2800"/>
              <a:t>.</a:t>
            </a:r>
            <a:endParaRPr sz="2800"/>
          </a:p>
          <a:p>
            <a:pPr indent="0" lvl="0" marL="914400" rtl="0" algn="l">
              <a:lnSpc>
                <a:spcPct val="115000"/>
              </a:lnSpc>
              <a:spcBef>
                <a:spcPts val="0"/>
              </a:spcBef>
              <a:spcAft>
                <a:spcPts val="2000"/>
              </a:spcAft>
              <a:buNone/>
            </a:pPr>
            <a:r>
              <a:rPr lang="en-US" sz="2600">
                <a:solidFill>
                  <a:srgbClr val="0000FF"/>
                </a:solidFill>
              </a:rPr>
              <a:t>Al estudiar musarañas de Japón que soportan inviernos rigurosos, observaron una reducción del cráneo durante la época invernal y, sorprendentemente, también hallaron hocicos más altos y anchos.</a:t>
            </a:r>
            <a:endParaRPr sz="2800"/>
          </a:p>
        </p:txBody>
      </p:sp>
      <p:pic>
        <p:nvPicPr>
          <p:cNvPr descr="shrew" id="363" name="Google Shape;363;g3fab1307313_0_283" title="Credit: Pixabay/CC0 Public Domain"/>
          <p:cNvPicPr preferRelativeResize="0"/>
          <p:nvPr/>
        </p:nvPicPr>
        <p:blipFill rotWithShape="1">
          <a:blip r:embed="rId3">
            <a:alphaModFix/>
          </a:blip>
          <a:srcRect b="13930" l="20683" r="1211" t="26465"/>
          <a:stretch/>
        </p:blipFill>
        <p:spPr>
          <a:xfrm>
            <a:off x="11087400" y="3020125"/>
            <a:ext cx="5951400" cy="3008999"/>
          </a:xfrm>
          <a:prstGeom prst="rect">
            <a:avLst/>
          </a:prstGeom>
          <a:noFill/>
          <a:ln>
            <a:noFill/>
          </a:ln>
        </p:spPr>
      </p:pic>
      <p:pic>
        <p:nvPicPr>
          <p:cNvPr id="364" name="Google Shape;364;g3fab1307313_0_283" title="Screen Shot 2026-08-18 at 8.43.18 PM.png"/>
          <p:cNvPicPr preferRelativeResize="0"/>
          <p:nvPr/>
        </p:nvPicPr>
        <p:blipFill>
          <a:blip r:embed="rId4">
            <a:alphaModFix/>
          </a:blip>
          <a:stretch>
            <a:fillRect/>
          </a:stretch>
        </p:blipFill>
        <p:spPr>
          <a:xfrm>
            <a:off x="10395850" y="7178675"/>
            <a:ext cx="7587350" cy="2475018"/>
          </a:xfrm>
          <a:prstGeom prst="rect">
            <a:avLst/>
          </a:prstGeom>
          <a:noFill/>
          <a:ln>
            <a:noFill/>
          </a:ln>
        </p:spPr>
      </p:pic>
      <p:sp>
        <p:nvSpPr>
          <p:cNvPr id="365" name="Google Shape;365;g3fab1307313_0_283"/>
          <p:cNvSpPr txBox="1"/>
          <p:nvPr/>
        </p:nvSpPr>
        <p:spPr>
          <a:xfrm>
            <a:off x="11565813" y="9653700"/>
            <a:ext cx="2654700" cy="5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600">
                <a:solidFill>
                  <a:srgbClr val="0000FF"/>
                </a:solidFill>
                <a:latin typeface="Nunito"/>
                <a:ea typeface="Nunito"/>
                <a:cs typeface="Nunito"/>
                <a:sym typeface="Nunito"/>
              </a:rPr>
              <a:t>verano</a:t>
            </a:r>
            <a:endParaRPr sz="2600">
              <a:solidFill>
                <a:srgbClr val="0000FF"/>
              </a:solidFill>
              <a:latin typeface="Nunito"/>
              <a:ea typeface="Nunito"/>
              <a:cs typeface="Nunito"/>
              <a:sym typeface="Nunito"/>
            </a:endParaRPr>
          </a:p>
        </p:txBody>
      </p:sp>
      <p:sp>
        <p:nvSpPr>
          <p:cNvPr id="366" name="Google Shape;366;g3fab1307313_0_283"/>
          <p:cNvSpPr txBox="1"/>
          <p:nvPr/>
        </p:nvSpPr>
        <p:spPr>
          <a:xfrm>
            <a:off x="15390375" y="9716550"/>
            <a:ext cx="2047500" cy="5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600">
                <a:solidFill>
                  <a:srgbClr val="0000FF"/>
                </a:solidFill>
                <a:latin typeface="Nunito"/>
                <a:ea typeface="Nunito"/>
                <a:cs typeface="Nunito"/>
                <a:sym typeface="Nunito"/>
              </a:rPr>
              <a:t>invierno</a:t>
            </a:r>
            <a:endParaRPr sz="2600">
              <a:solidFill>
                <a:srgbClr val="0000FF"/>
              </a:solidFill>
              <a:latin typeface="Nunito"/>
              <a:ea typeface="Nunito"/>
              <a:cs typeface="Nunito"/>
              <a:sym typeface="Nunito"/>
            </a:endParaRPr>
          </a:p>
        </p:txBody>
      </p:sp>
      <p:sp>
        <p:nvSpPr>
          <p:cNvPr id="367" name="Google Shape;367;g3fab1307313_0_283"/>
          <p:cNvSpPr txBox="1"/>
          <p:nvPr/>
        </p:nvSpPr>
        <p:spPr>
          <a:xfrm>
            <a:off x="11469050" y="6229025"/>
            <a:ext cx="5725800" cy="88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solidFill>
                  <a:schemeClr val="dk2"/>
                </a:solidFill>
                <a:latin typeface="Nunito"/>
                <a:ea typeface="Nunito"/>
                <a:cs typeface="Nunito"/>
                <a:sym typeface="Nunito"/>
              </a:rPr>
              <a:t>3D shrew brain</a:t>
            </a:r>
            <a:endParaRPr sz="2600">
              <a:solidFill>
                <a:schemeClr val="dk2"/>
              </a:solidFill>
              <a:latin typeface="Nunito"/>
              <a:ea typeface="Nunito"/>
              <a:cs typeface="Nunito"/>
              <a:sym typeface="Nunito"/>
            </a:endParaRPr>
          </a:p>
          <a:p>
            <a:pPr indent="0" lvl="0" marL="0" rtl="0" algn="ctr">
              <a:spcBef>
                <a:spcPts val="0"/>
              </a:spcBef>
              <a:spcAft>
                <a:spcPts val="0"/>
              </a:spcAft>
              <a:buNone/>
            </a:pPr>
            <a:r>
              <a:rPr lang="en-US" sz="2600">
                <a:solidFill>
                  <a:srgbClr val="0000FF"/>
                </a:solidFill>
                <a:latin typeface="Nunito"/>
                <a:ea typeface="Nunito"/>
                <a:cs typeface="Nunito"/>
                <a:sym typeface="Nunito"/>
              </a:rPr>
              <a:t>Cerebro de musaraña en 3D</a:t>
            </a:r>
            <a:endParaRPr sz="2600">
              <a:solidFill>
                <a:srgbClr val="0000FF"/>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fab1307313_0_558"/>
          <p:cNvSpPr txBox="1"/>
          <p:nvPr/>
        </p:nvSpPr>
        <p:spPr>
          <a:xfrm>
            <a:off x="86750" y="3429000"/>
            <a:ext cx="10309200" cy="6557700"/>
          </a:xfrm>
          <a:prstGeom prst="rect">
            <a:avLst/>
          </a:prstGeom>
          <a:noFill/>
          <a:ln>
            <a:noFill/>
          </a:ln>
        </p:spPr>
        <p:txBody>
          <a:bodyPr anchorCtr="0" anchor="t" bIns="182850" lIns="182850" spcFirstLastPara="1" rIns="182850" wrap="square" tIns="182850">
            <a:spAutoFit/>
          </a:bodyPr>
          <a:lstStyle/>
          <a:p>
            <a:pPr indent="-635000" lvl="0" marL="914400" rtl="0" algn="l">
              <a:lnSpc>
                <a:spcPct val="115000"/>
              </a:lnSpc>
              <a:spcBef>
                <a:spcPts val="0"/>
              </a:spcBef>
              <a:spcAft>
                <a:spcPts val="0"/>
              </a:spcAft>
              <a:buSzPts val="2800"/>
              <a:buChar char="●"/>
            </a:pPr>
            <a:r>
              <a:rPr lang="en-US" sz="2800"/>
              <a:t>This expansion to adjust to seasonal changes is called “reverse Dehnel’s phenomenon”</a:t>
            </a:r>
            <a:endParaRPr sz="2800"/>
          </a:p>
          <a:p>
            <a:pPr indent="0" lvl="0" marL="914400" rtl="0" algn="l">
              <a:lnSpc>
                <a:spcPct val="115000"/>
              </a:lnSpc>
              <a:spcBef>
                <a:spcPts val="0"/>
              </a:spcBef>
              <a:spcAft>
                <a:spcPts val="0"/>
              </a:spcAft>
              <a:buNone/>
            </a:pPr>
            <a:r>
              <a:rPr lang="en-US" sz="2600">
                <a:solidFill>
                  <a:srgbClr val="0000FF"/>
                </a:solidFill>
              </a:rPr>
              <a:t>Esta expansión para adaptarse a los cambios estacionales se denomina «fenómeno de Dehnel inverso».</a:t>
            </a:r>
            <a:endParaRPr sz="2800"/>
          </a:p>
          <a:p>
            <a:pPr indent="-635000" lvl="0" marL="914400" rtl="0" algn="l">
              <a:lnSpc>
                <a:spcPct val="115000"/>
              </a:lnSpc>
              <a:spcBef>
                <a:spcPts val="2000"/>
              </a:spcBef>
              <a:spcAft>
                <a:spcPts val="0"/>
              </a:spcAft>
              <a:buSzPts val="2800"/>
              <a:buChar char="●"/>
            </a:pPr>
            <a:r>
              <a:rPr lang="en-US" sz="2800"/>
              <a:t>Why does the nose expand while the other body parts shrink? Scientists don’t know.</a:t>
            </a:r>
            <a:endParaRPr sz="2800"/>
          </a:p>
          <a:p>
            <a:pPr indent="0" lvl="0" marL="914400" rtl="0" algn="l">
              <a:lnSpc>
                <a:spcPct val="115000"/>
              </a:lnSpc>
              <a:spcBef>
                <a:spcPts val="0"/>
              </a:spcBef>
              <a:spcAft>
                <a:spcPts val="0"/>
              </a:spcAft>
              <a:buNone/>
            </a:pPr>
            <a:r>
              <a:rPr lang="en-US" sz="2600">
                <a:solidFill>
                  <a:srgbClr val="0000FF"/>
                </a:solidFill>
              </a:rPr>
              <a:t>¿Por qué se ensancha la nariz mientras las otras partes del cuerpo se encogen? Los científicos no lo saben.</a:t>
            </a:r>
            <a:endParaRPr sz="2600">
              <a:solidFill>
                <a:srgbClr val="0000FF"/>
              </a:solidFill>
            </a:endParaRPr>
          </a:p>
          <a:p>
            <a:pPr indent="-635000" lvl="0" marL="914400" rtl="0" algn="l">
              <a:lnSpc>
                <a:spcPct val="115000"/>
              </a:lnSpc>
              <a:spcBef>
                <a:spcPts val="2000"/>
              </a:spcBef>
              <a:spcAft>
                <a:spcPts val="0"/>
              </a:spcAft>
              <a:buSzPts val="2800"/>
              <a:buChar char="●"/>
            </a:pPr>
            <a:r>
              <a:rPr lang="en-US" sz="2800"/>
              <a:t>Some hypotheses include: to warm the cold air or increase ability to sniff out food.</a:t>
            </a:r>
            <a:endParaRPr sz="2800"/>
          </a:p>
          <a:p>
            <a:pPr indent="0" lvl="0" marL="914400" rtl="0" algn="l">
              <a:lnSpc>
                <a:spcPct val="115000"/>
              </a:lnSpc>
              <a:spcBef>
                <a:spcPts val="0"/>
              </a:spcBef>
              <a:spcAft>
                <a:spcPts val="2000"/>
              </a:spcAft>
              <a:buNone/>
            </a:pPr>
            <a:r>
              <a:rPr lang="en-US" sz="2600">
                <a:solidFill>
                  <a:srgbClr val="0000FF"/>
                </a:solidFill>
              </a:rPr>
              <a:t>Algunas hipótesis incluyen: calentar el aire frío o aumentar la capacidad de detectar comida mediante el olfato.</a:t>
            </a:r>
            <a:endParaRPr sz="2800"/>
          </a:p>
        </p:txBody>
      </p:sp>
      <p:sp>
        <p:nvSpPr>
          <p:cNvPr id="374" name="Google Shape;374;g3fab1307313_0_558"/>
          <p:cNvSpPr txBox="1"/>
          <p:nvPr>
            <p:ph idx="4294967295" type="title"/>
          </p:nvPr>
        </p:nvSpPr>
        <p:spPr>
          <a:xfrm>
            <a:off x="86750" y="93500"/>
            <a:ext cx="17854200" cy="3009000"/>
          </a:xfrm>
          <a:prstGeom prst="rect">
            <a:avLst/>
          </a:prstGeom>
        </p:spPr>
        <p:txBody>
          <a:bodyPr anchorCtr="0" anchor="t" bIns="182850" lIns="182850" spcFirstLastPara="1" rIns="182850" wrap="square" tIns="182850">
            <a:normAutofit fontScale="90000"/>
          </a:bodyPr>
          <a:lstStyle/>
          <a:p>
            <a:pPr indent="0" lvl="0" marL="0" rtl="0" algn="ctr">
              <a:spcBef>
                <a:spcPts val="0"/>
              </a:spcBef>
              <a:spcAft>
                <a:spcPts val="0"/>
              </a:spcAft>
              <a:buNone/>
            </a:pPr>
            <a:r>
              <a:rPr lang="en-US"/>
              <a:t>What’s new in science? </a:t>
            </a:r>
            <a:r>
              <a:rPr lang="en-US" sz="5550">
                <a:solidFill>
                  <a:srgbClr val="0000FF"/>
                </a:solidFill>
              </a:rPr>
              <a:t>¿Qué hay de nuevo en la ciencia? </a:t>
            </a:r>
            <a:endParaRPr sz="5550">
              <a:solidFill>
                <a:srgbClr val="0000FF"/>
              </a:solidFill>
            </a:endParaRPr>
          </a:p>
          <a:p>
            <a:pPr indent="0" lvl="0" marL="0" rtl="0" algn="l">
              <a:spcBef>
                <a:spcPts val="0"/>
              </a:spcBef>
              <a:spcAft>
                <a:spcPts val="0"/>
              </a:spcAft>
              <a:buNone/>
            </a:pPr>
            <a:r>
              <a:rPr lang="en-US" sz="4000"/>
              <a:t>In the winter, shrews shrink their brains, skull, and other organs but elongate their noses.</a:t>
            </a:r>
            <a:endParaRPr/>
          </a:p>
          <a:p>
            <a:pPr indent="0" lvl="0" marL="0" rtl="0" algn="l">
              <a:spcBef>
                <a:spcPts val="0"/>
              </a:spcBef>
              <a:spcAft>
                <a:spcPts val="0"/>
              </a:spcAft>
              <a:buNone/>
            </a:pPr>
            <a:r>
              <a:rPr lang="en-US" sz="4000">
                <a:solidFill>
                  <a:srgbClr val="0000FF"/>
                </a:solidFill>
              </a:rPr>
              <a:t>En invierno, las musarañas reducen el tamaño de su cerebro, cráneo y otros órganos, pero alargan sus hocicos.</a:t>
            </a:r>
            <a:endParaRPr sz="4000">
              <a:solidFill>
                <a:srgbClr val="0000FF"/>
              </a:solidFill>
            </a:endParaRPr>
          </a:p>
        </p:txBody>
      </p:sp>
      <p:pic>
        <p:nvPicPr>
          <p:cNvPr descr="Figure 3. Refer to the image caption for details." id="375" name="Google Shape;375;g3fab1307313_0_558"/>
          <p:cNvPicPr preferRelativeResize="0"/>
          <p:nvPr/>
        </p:nvPicPr>
        <p:blipFill rotWithShape="1">
          <a:blip r:embed="rId3">
            <a:alphaModFix/>
          </a:blip>
          <a:srcRect b="62952" l="60212" r="0" t="6788"/>
          <a:stretch/>
        </p:blipFill>
        <p:spPr>
          <a:xfrm>
            <a:off x="11793925" y="5024950"/>
            <a:ext cx="4214275" cy="1731975"/>
          </a:xfrm>
          <a:prstGeom prst="rect">
            <a:avLst/>
          </a:prstGeom>
          <a:noFill/>
          <a:ln>
            <a:noFill/>
          </a:ln>
        </p:spPr>
      </p:pic>
      <p:sp>
        <p:nvSpPr>
          <p:cNvPr id="376" name="Google Shape;376;g3fab1307313_0_558"/>
          <p:cNvSpPr txBox="1"/>
          <p:nvPr/>
        </p:nvSpPr>
        <p:spPr>
          <a:xfrm>
            <a:off x="16008200" y="5321100"/>
            <a:ext cx="28650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600">
                <a:solidFill>
                  <a:srgbClr val="1F1F1F"/>
                </a:solidFill>
                <a:latin typeface="Nunito"/>
                <a:ea typeface="Nunito"/>
                <a:cs typeface="Nunito"/>
                <a:sym typeface="Nunito"/>
              </a:rPr>
              <a:t>Summer</a:t>
            </a:r>
            <a:endParaRPr sz="2600">
              <a:solidFill>
                <a:srgbClr val="1F1F1F"/>
              </a:solidFill>
              <a:latin typeface="Nunito"/>
              <a:ea typeface="Nunito"/>
              <a:cs typeface="Nunito"/>
              <a:sym typeface="Nunito"/>
            </a:endParaRPr>
          </a:p>
          <a:p>
            <a:pPr indent="0" lvl="0" marL="0" rtl="0" algn="l">
              <a:spcBef>
                <a:spcPts val="0"/>
              </a:spcBef>
              <a:spcAft>
                <a:spcPts val="0"/>
              </a:spcAft>
              <a:buNone/>
            </a:pPr>
            <a:r>
              <a:rPr lang="en-US" sz="2600">
                <a:solidFill>
                  <a:srgbClr val="0000FF"/>
                </a:solidFill>
                <a:latin typeface="Nunito"/>
                <a:ea typeface="Nunito"/>
                <a:cs typeface="Nunito"/>
                <a:sym typeface="Nunito"/>
              </a:rPr>
              <a:t>verano</a:t>
            </a:r>
            <a:endParaRPr sz="2600">
              <a:solidFill>
                <a:schemeClr val="dk2"/>
              </a:solidFill>
              <a:latin typeface="Nunito"/>
              <a:ea typeface="Nunito"/>
              <a:cs typeface="Nunito"/>
              <a:sym typeface="Nunito"/>
            </a:endParaRPr>
          </a:p>
        </p:txBody>
      </p:sp>
      <p:cxnSp>
        <p:nvCxnSpPr>
          <p:cNvPr id="377" name="Google Shape;377;g3fab1307313_0_558"/>
          <p:cNvCxnSpPr/>
          <p:nvPr/>
        </p:nvCxnSpPr>
        <p:spPr>
          <a:xfrm>
            <a:off x="11594588" y="4857975"/>
            <a:ext cx="2175000" cy="0"/>
          </a:xfrm>
          <a:prstGeom prst="straightConnector1">
            <a:avLst/>
          </a:prstGeom>
          <a:noFill/>
          <a:ln cap="flat" cmpd="sng" w="28575">
            <a:solidFill>
              <a:schemeClr val="dk2"/>
            </a:solidFill>
            <a:prstDash val="solid"/>
            <a:round/>
            <a:headEnd len="med" w="med" type="none"/>
            <a:tailEnd len="med" w="med" type="none"/>
          </a:ln>
        </p:spPr>
      </p:cxnSp>
      <p:cxnSp>
        <p:nvCxnSpPr>
          <p:cNvPr id="378" name="Google Shape;378;g3fab1307313_0_558"/>
          <p:cNvCxnSpPr/>
          <p:nvPr/>
        </p:nvCxnSpPr>
        <p:spPr>
          <a:xfrm>
            <a:off x="14035613" y="4857975"/>
            <a:ext cx="2175000" cy="0"/>
          </a:xfrm>
          <a:prstGeom prst="straightConnector1">
            <a:avLst/>
          </a:prstGeom>
          <a:noFill/>
          <a:ln cap="flat" cmpd="sng" w="28575">
            <a:solidFill>
              <a:schemeClr val="dk2"/>
            </a:solidFill>
            <a:prstDash val="solid"/>
            <a:round/>
            <a:headEnd len="med" w="med" type="none"/>
            <a:tailEnd len="med" w="med" type="none"/>
          </a:ln>
        </p:spPr>
      </p:cxnSp>
      <p:sp>
        <p:nvSpPr>
          <p:cNvPr id="379" name="Google Shape;379;g3fab1307313_0_558"/>
          <p:cNvSpPr txBox="1"/>
          <p:nvPr/>
        </p:nvSpPr>
        <p:spPr>
          <a:xfrm>
            <a:off x="10877550" y="3771150"/>
            <a:ext cx="34734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600">
                <a:solidFill>
                  <a:srgbClr val="1F1F1F"/>
                </a:solidFill>
                <a:latin typeface="Nunito"/>
                <a:ea typeface="Nunito"/>
                <a:cs typeface="Nunito"/>
                <a:sym typeface="Nunito"/>
              </a:rPr>
              <a:t>Braincase (skull)</a:t>
            </a:r>
            <a:endParaRPr sz="2600">
              <a:solidFill>
                <a:srgbClr val="1F1F1F"/>
              </a:solidFill>
              <a:latin typeface="Nunito"/>
              <a:ea typeface="Nunito"/>
              <a:cs typeface="Nunito"/>
              <a:sym typeface="Nunito"/>
            </a:endParaRPr>
          </a:p>
          <a:p>
            <a:pPr indent="0" lvl="0" marL="0" rtl="0" algn="l">
              <a:spcBef>
                <a:spcPts val="0"/>
              </a:spcBef>
              <a:spcAft>
                <a:spcPts val="0"/>
              </a:spcAft>
              <a:buNone/>
            </a:pPr>
            <a:r>
              <a:rPr lang="en-US" sz="2600">
                <a:solidFill>
                  <a:srgbClr val="0000FF"/>
                </a:solidFill>
                <a:latin typeface="Nunito"/>
                <a:ea typeface="Nunito"/>
                <a:cs typeface="Nunito"/>
                <a:sym typeface="Nunito"/>
              </a:rPr>
              <a:t>Caja craneal (cráneo)</a:t>
            </a:r>
            <a:endParaRPr sz="2600">
              <a:solidFill>
                <a:schemeClr val="dk2"/>
              </a:solidFill>
              <a:latin typeface="Nunito"/>
              <a:ea typeface="Nunito"/>
              <a:cs typeface="Nunito"/>
              <a:sym typeface="Nunito"/>
            </a:endParaRPr>
          </a:p>
        </p:txBody>
      </p:sp>
      <p:pic>
        <p:nvPicPr>
          <p:cNvPr descr="Figure 3. Refer to the image caption for details." id="380" name="Google Shape;380;g3fab1307313_0_558"/>
          <p:cNvPicPr preferRelativeResize="0"/>
          <p:nvPr/>
        </p:nvPicPr>
        <p:blipFill rotWithShape="1">
          <a:blip r:embed="rId3">
            <a:alphaModFix/>
          </a:blip>
          <a:srcRect b="0" l="60212" r="0" t="63969"/>
          <a:stretch/>
        </p:blipFill>
        <p:spPr>
          <a:xfrm>
            <a:off x="11793925" y="6871050"/>
            <a:ext cx="4214275" cy="2062225"/>
          </a:xfrm>
          <a:prstGeom prst="rect">
            <a:avLst/>
          </a:prstGeom>
          <a:noFill/>
          <a:ln>
            <a:noFill/>
          </a:ln>
        </p:spPr>
      </p:pic>
      <p:sp>
        <p:nvSpPr>
          <p:cNvPr id="381" name="Google Shape;381;g3fab1307313_0_558"/>
          <p:cNvSpPr txBox="1"/>
          <p:nvPr/>
        </p:nvSpPr>
        <p:spPr>
          <a:xfrm>
            <a:off x="16008200" y="7366100"/>
            <a:ext cx="2047500" cy="5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600">
                <a:solidFill>
                  <a:srgbClr val="1F1F1F"/>
                </a:solidFill>
                <a:latin typeface="Nunito"/>
                <a:ea typeface="Nunito"/>
                <a:cs typeface="Nunito"/>
                <a:sym typeface="Nunito"/>
              </a:rPr>
              <a:t>Winter</a:t>
            </a:r>
            <a:endParaRPr sz="2600">
              <a:solidFill>
                <a:srgbClr val="1F1F1F"/>
              </a:solidFill>
              <a:latin typeface="Nunito"/>
              <a:ea typeface="Nunito"/>
              <a:cs typeface="Nunito"/>
              <a:sym typeface="Nunito"/>
            </a:endParaRPr>
          </a:p>
          <a:p>
            <a:pPr indent="0" lvl="0" marL="0" rtl="0" algn="l">
              <a:spcBef>
                <a:spcPts val="0"/>
              </a:spcBef>
              <a:spcAft>
                <a:spcPts val="0"/>
              </a:spcAft>
              <a:buNone/>
            </a:pPr>
            <a:r>
              <a:rPr lang="en-US" sz="2600">
                <a:solidFill>
                  <a:srgbClr val="0000FF"/>
                </a:solidFill>
                <a:latin typeface="Nunito"/>
                <a:ea typeface="Nunito"/>
                <a:cs typeface="Nunito"/>
                <a:sym typeface="Nunito"/>
              </a:rPr>
              <a:t>invierno</a:t>
            </a:r>
            <a:endParaRPr sz="2600">
              <a:solidFill>
                <a:srgbClr val="0000FF"/>
              </a:solidFill>
              <a:latin typeface="Nunito"/>
              <a:ea typeface="Nunito"/>
              <a:cs typeface="Nunito"/>
              <a:sym typeface="Nunito"/>
            </a:endParaRPr>
          </a:p>
        </p:txBody>
      </p:sp>
      <p:sp>
        <p:nvSpPr>
          <p:cNvPr id="382" name="Google Shape;382;g3fab1307313_0_558"/>
          <p:cNvSpPr txBox="1"/>
          <p:nvPr/>
        </p:nvSpPr>
        <p:spPr>
          <a:xfrm>
            <a:off x="14035625" y="3771138"/>
            <a:ext cx="28650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600">
                <a:solidFill>
                  <a:srgbClr val="1F1F1F"/>
                </a:solidFill>
                <a:latin typeface="Nunito"/>
                <a:ea typeface="Nunito"/>
                <a:cs typeface="Nunito"/>
                <a:sym typeface="Nunito"/>
              </a:rPr>
              <a:t>Rostrum (snout)</a:t>
            </a:r>
            <a:endParaRPr sz="2600">
              <a:solidFill>
                <a:srgbClr val="1F1F1F"/>
              </a:solidFill>
              <a:latin typeface="Nunito"/>
              <a:ea typeface="Nunito"/>
              <a:cs typeface="Nunito"/>
              <a:sym typeface="Nunito"/>
            </a:endParaRPr>
          </a:p>
          <a:p>
            <a:pPr indent="0" lvl="0" marL="0" rtl="0" algn="l">
              <a:spcBef>
                <a:spcPts val="0"/>
              </a:spcBef>
              <a:spcAft>
                <a:spcPts val="0"/>
              </a:spcAft>
              <a:buNone/>
            </a:pPr>
            <a:r>
              <a:rPr lang="en-US" sz="2600">
                <a:solidFill>
                  <a:srgbClr val="0000FF"/>
                </a:solidFill>
                <a:latin typeface="Nunito"/>
                <a:ea typeface="Nunito"/>
                <a:cs typeface="Nunito"/>
                <a:sym typeface="Nunito"/>
              </a:rPr>
              <a:t>Rostro (hocico)</a:t>
            </a:r>
            <a:endParaRPr sz="2600">
              <a:solidFill>
                <a:schemeClr val="dk2"/>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f7282457ef_0_277"/>
          <p:cNvSpPr txBox="1"/>
          <p:nvPr>
            <p:ph type="ctrTitle"/>
          </p:nvPr>
        </p:nvSpPr>
        <p:spPr>
          <a:xfrm>
            <a:off x="1648000" y="6225100"/>
            <a:ext cx="17041200" cy="2606400"/>
          </a:xfrm>
          <a:prstGeom prst="rect">
            <a:avLst/>
          </a:prstGeom>
          <a:noFill/>
          <a:ln>
            <a:noFill/>
          </a:ln>
        </p:spPr>
        <p:txBody>
          <a:bodyPr anchorCtr="0" anchor="ctr" bIns="182850" lIns="182850" spcFirstLastPara="1" rIns="182850" wrap="square" tIns="182850">
            <a:normAutofit/>
          </a:bodyPr>
          <a:lstStyle/>
          <a:p>
            <a:pPr indent="0" lvl="0" marL="0" rtl="0" algn="l">
              <a:lnSpc>
                <a:spcPct val="100000"/>
              </a:lnSpc>
              <a:spcBef>
                <a:spcPts val="0"/>
              </a:spcBef>
              <a:spcAft>
                <a:spcPts val="0"/>
              </a:spcAft>
              <a:buSzPts val="7200"/>
              <a:buNone/>
            </a:pPr>
            <a:r>
              <a:rPr lang="en-US" sz="4800">
                <a:solidFill>
                  <a:srgbClr val="0000FF"/>
                </a:solidFill>
                <a:highlight>
                  <a:srgbClr val="87AEAE"/>
                </a:highlight>
              </a:rPr>
              <a:t>Preguntas de la semana pasada</a:t>
            </a:r>
            <a:endParaRPr sz="4800">
              <a:solidFill>
                <a:srgbClr val="0000FF"/>
              </a:solidFill>
              <a:highlight>
                <a:srgbClr val="87AEAE"/>
              </a:highlight>
            </a:endParaRPr>
          </a:p>
        </p:txBody>
      </p:sp>
      <p:sp>
        <p:nvSpPr>
          <p:cNvPr id="388" name="Google Shape;388;g3f7282457ef_0_277"/>
          <p:cNvSpPr txBox="1"/>
          <p:nvPr>
            <p:ph type="ctrTitle"/>
          </p:nvPr>
        </p:nvSpPr>
        <p:spPr>
          <a:xfrm>
            <a:off x="1648000" y="3227626"/>
            <a:ext cx="8511000" cy="3745800"/>
          </a:xfrm>
          <a:prstGeom prst="rect">
            <a:avLst/>
          </a:prstGeom>
        </p:spPr>
        <p:txBody>
          <a:bodyPr anchorCtr="0" anchor="ctr" bIns="182850" lIns="182850" spcFirstLastPara="1" rIns="182850" wrap="square" tIns="182850">
            <a:normAutofit/>
          </a:bodyPr>
          <a:lstStyle/>
          <a:p>
            <a:pPr indent="0" lvl="0" marL="0" rtl="0" algn="l">
              <a:spcBef>
                <a:spcPts val="0"/>
              </a:spcBef>
              <a:spcAft>
                <a:spcPts val="0"/>
              </a:spcAft>
              <a:buNone/>
            </a:pPr>
            <a:r>
              <a:rPr lang="en-US"/>
              <a:t>Last Week’s Questions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f7282457ef_0_560"/>
          <p:cNvSpPr txBox="1"/>
          <p:nvPr/>
        </p:nvSpPr>
        <p:spPr>
          <a:xfrm>
            <a:off x="-371294" y="714375"/>
            <a:ext cx="9624300" cy="9797100"/>
          </a:xfrm>
          <a:prstGeom prst="rect">
            <a:avLst/>
          </a:prstGeom>
          <a:noFill/>
          <a:ln>
            <a:noFill/>
          </a:ln>
        </p:spPr>
        <p:txBody>
          <a:bodyPr anchorCtr="0" anchor="t" bIns="182850" lIns="182850" spcFirstLastPara="1" rIns="182850" wrap="square" tIns="182850">
            <a:spAutoFit/>
          </a:bodyPr>
          <a:lstStyle/>
          <a:p>
            <a:pPr indent="-387350" lvl="0" marL="914400" rtl="0" algn="l">
              <a:lnSpc>
                <a:spcPct val="115000"/>
              </a:lnSpc>
              <a:spcBef>
                <a:spcPts val="0"/>
              </a:spcBef>
              <a:spcAft>
                <a:spcPts val="0"/>
              </a:spcAft>
              <a:buSzPts val="2500"/>
              <a:buChar char="●"/>
            </a:pPr>
            <a:r>
              <a:rPr b="1" lang="en-US" sz="2500">
                <a:solidFill>
                  <a:schemeClr val="dk1"/>
                </a:solidFill>
              </a:rPr>
              <a:t>What are the most effective ways to change habits? How does your diet affect your ability to change habits?</a:t>
            </a:r>
            <a:endParaRPr b="1" sz="2500">
              <a:solidFill>
                <a:schemeClr val="dk1"/>
              </a:solidFill>
            </a:endParaRPr>
          </a:p>
          <a:p>
            <a:pPr indent="0" lvl="0" marL="914400" rtl="0" algn="l">
              <a:lnSpc>
                <a:spcPct val="115000"/>
              </a:lnSpc>
              <a:spcBef>
                <a:spcPts val="0"/>
              </a:spcBef>
              <a:spcAft>
                <a:spcPts val="0"/>
              </a:spcAft>
              <a:buNone/>
            </a:pPr>
            <a:r>
              <a:rPr b="1" lang="en-US" sz="2100">
                <a:solidFill>
                  <a:schemeClr val="hlink"/>
                </a:solidFill>
              </a:rPr>
              <a:t>¿Cuáles son las formas más efectivas de cambiar hábitos? ¿Cómo afecta la alimentación a la capacidad de cambiar hábitos?</a:t>
            </a:r>
            <a:endParaRPr b="1" sz="2500">
              <a:solidFill>
                <a:schemeClr val="dk1"/>
              </a:solidFill>
            </a:endParaRPr>
          </a:p>
          <a:p>
            <a:pPr indent="-387350" lvl="0" marL="914400" rtl="0" algn="l">
              <a:lnSpc>
                <a:spcPct val="115000"/>
              </a:lnSpc>
              <a:spcBef>
                <a:spcPts val="0"/>
              </a:spcBef>
              <a:spcAft>
                <a:spcPts val="0"/>
              </a:spcAft>
              <a:buClr>
                <a:schemeClr val="dk1"/>
              </a:buClr>
              <a:buSzPts val="2500"/>
              <a:buChar char="●"/>
            </a:pPr>
            <a:r>
              <a:rPr b="1" lang="en-US" sz="2500">
                <a:solidFill>
                  <a:schemeClr val="dk1"/>
                </a:solidFill>
              </a:rPr>
              <a:t>How does dopamine affect addiction?</a:t>
            </a:r>
            <a:endParaRPr b="1" sz="2500">
              <a:solidFill>
                <a:schemeClr val="dk1"/>
              </a:solidFill>
            </a:endParaRPr>
          </a:p>
          <a:p>
            <a:pPr indent="0" lvl="0" marL="914400" rtl="0" algn="l">
              <a:lnSpc>
                <a:spcPct val="115000"/>
              </a:lnSpc>
              <a:spcBef>
                <a:spcPts val="0"/>
              </a:spcBef>
              <a:spcAft>
                <a:spcPts val="0"/>
              </a:spcAft>
              <a:buNone/>
            </a:pPr>
            <a:r>
              <a:rPr b="1" lang="en-US" sz="2100">
                <a:solidFill>
                  <a:schemeClr val="hlink"/>
                </a:solidFill>
              </a:rPr>
              <a:t>¿Cómo afecta la dopamina a la adicción?</a:t>
            </a:r>
            <a:endParaRPr b="1" sz="2500">
              <a:solidFill>
                <a:schemeClr val="dk1"/>
              </a:solidFill>
            </a:endParaRPr>
          </a:p>
          <a:p>
            <a:pPr indent="-387350" lvl="0" marL="914400" rtl="0" algn="l">
              <a:lnSpc>
                <a:spcPct val="115000"/>
              </a:lnSpc>
              <a:spcBef>
                <a:spcPts val="0"/>
              </a:spcBef>
              <a:spcAft>
                <a:spcPts val="0"/>
              </a:spcAft>
              <a:buSzPts val="2500"/>
              <a:buChar char="●"/>
            </a:pPr>
            <a:r>
              <a:rPr lang="en-US" sz="2500"/>
              <a:t>What is logotherapy (Victor Frankl)? Is it still practiced today? How often is it used today?</a:t>
            </a:r>
            <a:endParaRPr sz="2500"/>
          </a:p>
          <a:p>
            <a:pPr indent="0" lvl="0" marL="914400" rtl="0" algn="l">
              <a:lnSpc>
                <a:spcPct val="115000"/>
              </a:lnSpc>
              <a:spcBef>
                <a:spcPts val="0"/>
              </a:spcBef>
              <a:spcAft>
                <a:spcPts val="0"/>
              </a:spcAft>
              <a:buNone/>
            </a:pPr>
            <a:r>
              <a:rPr lang="en-US" sz="2100">
                <a:solidFill>
                  <a:schemeClr val="hlink"/>
                </a:solidFill>
              </a:rPr>
              <a:t>¿Qué es la logoterapia (Victor Frankl)? ¿Todavía se practica hoy en día? ¿Con qué frecuencia se usa hoy en día?</a:t>
            </a:r>
            <a:endParaRPr sz="2500"/>
          </a:p>
          <a:p>
            <a:pPr indent="-387350" lvl="0" marL="914400" marR="109131" rtl="0" algn="l">
              <a:lnSpc>
                <a:spcPct val="115000"/>
              </a:lnSpc>
              <a:spcBef>
                <a:spcPts val="600"/>
              </a:spcBef>
              <a:spcAft>
                <a:spcPts val="0"/>
              </a:spcAft>
              <a:buSzPts val="2500"/>
              <a:buChar char="●"/>
            </a:pPr>
            <a:r>
              <a:rPr lang="en-US" sz="2500"/>
              <a:t>How much of our brain capacity (%) do we use when we chew gum and walk at the same time compared to taking a test?</a:t>
            </a:r>
            <a:endParaRPr sz="2500"/>
          </a:p>
          <a:p>
            <a:pPr indent="0" lvl="0" marL="971550" rtl="0" algn="l">
              <a:lnSpc>
                <a:spcPct val="115000"/>
              </a:lnSpc>
              <a:spcBef>
                <a:spcPts val="0"/>
              </a:spcBef>
              <a:spcAft>
                <a:spcPts val="0"/>
              </a:spcAft>
              <a:buNone/>
            </a:pPr>
            <a:r>
              <a:rPr lang="en-US" sz="2100">
                <a:solidFill>
                  <a:schemeClr val="hlink"/>
                </a:solidFill>
              </a:rPr>
              <a:t>¿Cuánta de nuestra capacidad cerebral (%) usamos cuando masticamos chicle y caminamos al mismo tiempo en comparación con hacer un examen?</a:t>
            </a:r>
            <a:endParaRPr sz="2500"/>
          </a:p>
          <a:p>
            <a:pPr indent="-387350" lvl="0" marL="914400" rtl="0" algn="l">
              <a:lnSpc>
                <a:spcPct val="115000"/>
              </a:lnSpc>
              <a:spcBef>
                <a:spcPts val="0"/>
              </a:spcBef>
              <a:spcAft>
                <a:spcPts val="0"/>
              </a:spcAft>
              <a:buSzPts val="2500"/>
              <a:buChar char="●"/>
            </a:pPr>
            <a:r>
              <a:rPr b="1" lang="en-US" sz="2500"/>
              <a:t>What does a fish brain look like?</a:t>
            </a:r>
            <a:endParaRPr b="1" sz="2500"/>
          </a:p>
          <a:p>
            <a:pPr indent="0" lvl="0" marL="971550" rtl="0" algn="l">
              <a:lnSpc>
                <a:spcPct val="115000"/>
              </a:lnSpc>
              <a:spcBef>
                <a:spcPts val="0"/>
              </a:spcBef>
              <a:spcAft>
                <a:spcPts val="0"/>
              </a:spcAft>
              <a:buNone/>
            </a:pPr>
            <a:r>
              <a:rPr b="1" lang="en-US" sz="2100">
                <a:solidFill>
                  <a:schemeClr val="hlink"/>
                </a:solidFill>
              </a:rPr>
              <a:t>¿Cómo se ve un cerebro de pez?</a:t>
            </a:r>
            <a:endParaRPr b="1" sz="2500"/>
          </a:p>
          <a:p>
            <a:pPr indent="-387350" lvl="0" marL="914400" rtl="0" algn="l">
              <a:lnSpc>
                <a:spcPct val="115000"/>
              </a:lnSpc>
              <a:spcBef>
                <a:spcPts val="0"/>
              </a:spcBef>
              <a:spcAft>
                <a:spcPts val="0"/>
              </a:spcAft>
              <a:buSzPts val="2500"/>
              <a:buChar char="●"/>
            </a:pPr>
            <a:r>
              <a:rPr lang="en-US" sz="2500">
                <a:solidFill>
                  <a:schemeClr val="dk1"/>
                </a:solidFill>
              </a:rPr>
              <a:t>Where was the kid from that found the cure for sickle cell and how old was he?</a:t>
            </a:r>
            <a:endParaRPr sz="2500">
              <a:solidFill>
                <a:schemeClr val="dk1"/>
              </a:solidFill>
            </a:endParaRPr>
          </a:p>
          <a:p>
            <a:pPr indent="0" lvl="0" marL="914400" rtl="0" algn="l">
              <a:lnSpc>
                <a:spcPct val="115000"/>
              </a:lnSpc>
              <a:spcBef>
                <a:spcPts val="0"/>
              </a:spcBef>
              <a:spcAft>
                <a:spcPts val="0"/>
              </a:spcAft>
              <a:buNone/>
            </a:pPr>
            <a:r>
              <a:rPr lang="en-US" sz="2100">
                <a:solidFill>
                  <a:schemeClr val="hlink"/>
                </a:solidFill>
              </a:rPr>
              <a:t>¿Dónde estaba el niño que encontró la cura para la célula falciforme y qué edad tenía?</a:t>
            </a:r>
            <a:endParaRPr sz="2100">
              <a:solidFill>
                <a:srgbClr val="0000FF"/>
              </a:solidFill>
            </a:endParaRPr>
          </a:p>
        </p:txBody>
      </p:sp>
      <p:sp>
        <p:nvSpPr>
          <p:cNvPr id="394" name="Google Shape;394;g3f7282457ef_0_560"/>
          <p:cNvSpPr txBox="1"/>
          <p:nvPr>
            <p:ph idx="4294967295" type="title"/>
          </p:nvPr>
        </p:nvSpPr>
        <p:spPr>
          <a:xfrm>
            <a:off x="368700" y="-385172"/>
            <a:ext cx="17550600" cy="1546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Last Week’s Questions   </a:t>
            </a:r>
            <a:r>
              <a:rPr lang="en-US">
                <a:solidFill>
                  <a:srgbClr val="0000FF"/>
                </a:solidFill>
              </a:rPr>
              <a:t>Preguntas de la semana pasada</a:t>
            </a:r>
            <a:endParaRPr>
              <a:solidFill>
                <a:srgbClr val="0000FF"/>
              </a:solidFill>
            </a:endParaRPr>
          </a:p>
        </p:txBody>
      </p:sp>
      <p:sp>
        <p:nvSpPr>
          <p:cNvPr id="395" name="Google Shape;395;g3f7282457ef_0_560"/>
          <p:cNvSpPr txBox="1"/>
          <p:nvPr/>
        </p:nvSpPr>
        <p:spPr>
          <a:xfrm>
            <a:off x="8746150" y="844250"/>
            <a:ext cx="9471000" cy="9348600"/>
          </a:xfrm>
          <a:prstGeom prst="rect">
            <a:avLst/>
          </a:prstGeom>
          <a:noFill/>
          <a:ln>
            <a:noFill/>
          </a:ln>
        </p:spPr>
        <p:txBody>
          <a:bodyPr anchorCtr="0" anchor="t" bIns="182850" lIns="182850" spcFirstLastPara="1" rIns="182850" wrap="square" tIns="182850">
            <a:spAutoFit/>
          </a:bodyPr>
          <a:lstStyle/>
          <a:p>
            <a:pPr indent="-387350" lvl="0" marL="914400" rtl="0" algn="l">
              <a:lnSpc>
                <a:spcPct val="115000"/>
              </a:lnSpc>
              <a:spcBef>
                <a:spcPts val="0"/>
              </a:spcBef>
              <a:spcAft>
                <a:spcPts val="0"/>
              </a:spcAft>
              <a:buSzPts val="2500"/>
              <a:buChar char="●"/>
            </a:pPr>
            <a:r>
              <a:rPr b="1" lang="en-US" sz="2500"/>
              <a:t>What is playdoh made out of?</a:t>
            </a:r>
            <a:endParaRPr b="1" sz="2500"/>
          </a:p>
          <a:p>
            <a:pPr indent="0" lvl="0" marL="914400" marR="0" rtl="0" algn="l">
              <a:lnSpc>
                <a:spcPct val="115000"/>
              </a:lnSpc>
              <a:spcBef>
                <a:spcPts val="0"/>
              </a:spcBef>
              <a:spcAft>
                <a:spcPts val="0"/>
              </a:spcAft>
              <a:buNone/>
            </a:pPr>
            <a:r>
              <a:rPr b="1" lang="en-US" sz="2100">
                <a:solidFill>
                  <a:schemeClr val="hlink"/>
                </a:solidFill>
              </a:rPr>
              <a:t>¿De qué está hecho el playdoh?</a:t>
            </a:r>
            <a:endParaRPr b="1" sz="2500"/>
          </a:p>
          <a:p>
            <a:pPr indent="-387350" lvl="0" marL="914400" rtl="0" algn="l">
              <a:lnSpc>
                <a:spcPct val="115000"/>
              </a:lnSpc>
              <a:spcBef>
                <a:spcPts val="0"/>
              </a:spcBef>
              <a:spcAft>
                <a:spcPts val="0"/>
              </a:spcAft>
              <a:buSzPts val="2500"/>
              <a:buChar char="●"/>
            </a:pPr>
            <a:r>
              <a:rPr b="1" lang="en-US" sz="2500"/>
              <a:t>What differentiates dinosaurs from animals that lived together with them?</a:t>
            </a:r>
            <a:endParaRPr b="1" sz="2500"/>
          </a:p>
          <a:p>
            <a:pPr indent="0" lvl="0" marL="914400" rtl="0" algn="l">
              <a:lnSpc>
                <a:spcPct val="115000"/>
              </a:lnSpc>
              <a:spcBef>
                <a:spcPts val="0"/>
              </a:spcBef>
              <a:spcAft>
                <a:spcPts val="0"/>
              </a:spcAft>
              <a:buNone/>
            </a:pPr>
            <a:r>
              <a:rPr b="1" lang="en-US" sz="2100">
                <a:solidFill>
                  <a:schemeClr val="hlink"/>
                </a:solidFill>
              </a:rPr>
              <a:t>¿Qué distingue a los dinosaurios de los animales que vivían junto a ellos?</a:t>
            </a:r>
            <a:endParaRPr b="1" sz="2500"/>
          </a:p>
          <a:p>
            <a:pPr indent="-387350" lvl="0" marL="914400" rtl="0" algn="l">
              <a:lnSpc>
                <a:spcPct val="115000"/>
              </a:lnSpc>
              <a:spcBef>
                <a:spcPts val="0"/>
              </a:spcBef>
              <a:spcAft>
                <a:spcPts val="0"/>
              </a:spcAft>
              <a:buClr>
                <a:schemeClr val="dk1"/>
              </a:buClr>
              <a:buSzPts val="2500"/>
              <a:buChar char="●"/>
            </a:pPr>
            <a:r>
              <a:rPr lang="en-US" sz="2500">
                <a:solidFill>
                  <a:schemeClr val="dk1"/>
                </a:solidFill>
              </a:rPr>
              <a:t>How does the sun stay over Alaska for 30 days straight?</a:t>
            </a:r>
            <a:endParaRPr sz="2500">
              <a:solidFill>
                <a:schemeClr val="dk1"/>
              </a:solidFill>
            </a:endParaRPr>
          </a:p>
          <a:p>
            <a:pPr indent="0" lvl="0" marL="914400" rtl="0" algn="l">
              <a:lnSpc>
                <a:spcPct val="115000"/>
              </a:lnSpc>
              <a:spcBef>
                <a:spcPts val="0"/>
              </a:spcBef>
              <a:spcAft>
                <a:spcPts val="0"/>
              </a:spcAft>
              <a:buNone/>
            </a:pPr>
            <a:r>
              <a:rPr lang="en-US" sz="2100">
                <a:solidFill>
                  <a:schemeClr val="hlink"/>
                </a:solidFill>
              </a:rPr>
              <a:t>¿Cómo permanece el sol sobre Alaska durante 30 días seguidos?</a:t>
            </a:r>
            <a:endParaRPr sz="2500">
              <a:solidFill>
                <a:schemeClr val="dk1"/>
              </a:solidFill>
            </a:endParaRPr>
          </a:p>
          <a:p>
            <a:pPr indent="-387350" lvl="0" marL="914400" rtl="0" algn="l">
              <a:lnSpc>
                <a:spcPct val="115000"/>
              </a:lnSpc>
              <a:spcBef>
                <a:spcPts val="0"/>
              </a:spcBef>
              <a:spcAft>
                <a:spcPts val="0"/>
              </a:spcAft>
              <a:buClr>
                <a:schemeClr val="dk1"/>
              </a:buClr>
              <a:buSzPts val="2500"/>
              <a:buChar char="●"/>
            </a:pPr>
            <a:r>
              <a:rPr lang="en-US" sz="2500">
                <a:solidFill>
                  <a:schemeClr val="dk1"/>
                </a:solidFill>
              </a:rPr>
              <a:t>How many layers of atmosphere and ground does earth have?</a:t>
            </a:r>
            <a:endParaRPr sz="2500">
              <a:solidFill>
                <a:schemeClr val="dk1"/>
              </a:solidFill>
            </a:endParaRPr>
          </a:p>
          <a:p>
            <a:pPr indent="0" lvl="0" marL="914400" rtl="0" algn="l">
              <a:lnSpc>
                <a:spcPct val="115000"/>
              </a:lnSpc>
              <a:spcBef>
                <a:spcPts val="0"/>
              </a:spcBef>
              <a:spcAft>
                <a:spcPts val="0"/>
              </a:spcAft>
              <a:buNone/>
            </a:pPr>
            <a:r>
              <a:rPr lang="en-US" sz="2100">
                <a:solidFill>
                  <a:schemeClr val="hlink"/>
                </a:solidFill>
              </a:rPr>
              <a:t>¿Cuántas capas de atmósfera y de suelo tiene la Tierra?</a:t>
            </a:r>
            <a:endParaRPr sz="2500">
              <a:solidFill>
                <a:schemeClr val="dk1"/>
              </a:solidFill>
            </a:endParaRPr>
          </a:p>
          <a:p>
            <a:pPr indent="-387350" lvl="0" marL="914400" rtl="0" algn="l">
              <a:lnSpc>
                <a:spcPct val="115000"/>
              </a:lnSpc>
              <a:spcBef>
                <a:spcPts val="0"/>
              </a:spcBef>
              <a:spcAft>
                <a:spcPts val="0"/>
              </a:spcAft>
              <a:buClr>
                <a:schemeClr val="dk1"/>
              </a:buClr>
              <a:buSzPts val="2500"/>
              <a:buChar char="●"/>
            </a:pPr>
            <a:r>
              <a:rPr b="1" lang="en-US" sz="2500">
                <a:solidFill>
                  <a:schemeClr val="dk1"/>
                </a:solidFill>
              </a:rPr>
              <a:t>Why has no astronaut gone to the dark side of the moon? </a:t>
            </a:r>
            <a:endParaRPr b="1" sz="2500">
              <a:solidFill>
                <a:schemeClr val="dk1"/>
              </a:solidFill>
            </a:endParaRPr>
          </a:p>
          <a:p>
            <a:pPr indent="0" lvl="0" marL="914400" rtl="0" algn="l">
              <a:lnSpc>
                <a:spcPct val="115000"/>
              </a:lnSpc>
              <a:spcBef>
                <a:spcPts val="0"/>
              </a:spcBef>
              <a:spcAft>
                <a:spcPts val="0"/>
              </a:spcAft>
              <a:buNone/>
            </a:pPr>
            <a:r>
              <a:rPr b="1" lang="en-US" sz="2100">
                <a:solidFill>
                  <a:schemeClr val="hlink"/>
                </a:solidFill>
              </a:rPr>
              <a:t>¿Por qué ningún astronauta ha ido al lado oscuro de la luna?</a:t>
            </a:r>
            <a:endParaRPr b="1" sz="2500">
              <a:solidFill>
                <a:schemeClr val="dk1"/>
              </a:solidFill>
            </a:endParaRPr>
          </a:p>
          <a:p>
            <a:pPr indent="-387350" lvl="0" marL="914400" rtl="0" algn="l">
              <a:lnSpc>
                <a:spcPct val="115000"/>
              </a:lnSpc>
              <a:spcBef>
                <a:spcPts val="0"/>
              </a:spcBef>
              <a:spcAft>
                <a:spcPts val="0"/>
              </a:spcAft>
              <a:buClr>
                <a:schemeClr val="dk1"/>
              </a:buClr>
              <a:buSzPts val="2500"/>
              <a:buChar char="●"/>
            </a:pPr>
            <a:r>
              <a:rPr lang="en-US" sz="2500">
                <a:solidFill>
                  <a:schemeClr val="dk1"/>
                </a:solidFill>
              </a:rPr>
              <a:t>What telescope do scientists use to see planets that are light years away?</a:t>
            </a:r>
            <a:endParaRPr sz="2500">
              <a:solidFill>
                <a:schemeClr val="dk1"/>
              </a:solidFill>
            </a:endParaRPr>
          </a:p>
          <a:p>
            <a:pPr indent="0" lvl="0" marL="914400" rtl="0" algn="l">
              <a:lnSpc>
                <a:spcPct val="115000"/>
              </a:lnSpc>
              <a:spcBef>
                <a:spcPts val="0"/>
              </a:spcBef>
              <a:spcAft>
                <a:spcPts val="0"/>
              </a:spcAft>
              <a:buNone/>
            </a:pPr>
            <a:r>
              <a:rPr lang="en-US" sz="2100">
                <a:solidFill>
                  <a:schemeClr val="hlink"/>
                </a:solidFill>
              </a:rPr>
              <a:t>¿Qué telescopio utilizan los científicos para ver planetas que están a años luz de distancia?</a:t>
            </a:r>
            <a:endParaRPr sz="2500">
              <a:solidFill>
                <a:schemeClr val="dk1"/>
              </a:solidFill>
            </a:endParaRPr>
          </a:p>
          <a:p>
            <a:pPr indent="-387350" lvl="0" marL="914400" rtl="0" algn="l">
              <a:lnSpc>
                <a:spcPct val="115000"/>
              </a:lnSpc>
              <a:spcBef>
                <a:spcPts val="0"/>
              </a:spcBef>
              <a:spcAft>
                <a:spcPts val="0"/>
              </a:spcAft>
              <a:buClr>
                <a:schemeClr val="dk1"/>
              </a:buClr>
              <a:buSzPts val="2500"/>
              <a:buChar char="●"/>
            </a:pPr>
            <a:r>
              <a:rPr lang="en-US" sz="2500">
                <a:solidFill>
                  <a:schemeClr val="dk1"/>
                </a:solidFill>
              </a:rPr>
              <a:t>Why can’t astronauts enter earth from the bottom? Why are there no pictures of earth from the bottom?</a:t>
            </a:r>
            <a:endParaRPr sz="2500">
              <a:solidFill>
                <a:schemeClr val="dk1"/>
              </a:solidFill>
            </a:endParaRPr>
          </a:p>
          <a:p>
            <a:pPr indent="0" lvl="0" marL="914400" rtl="0" algn="l">
              <a:lnSpc>
                <a:spcPct val="115000"/>
              </a:lnSpc>
              <a:spcBef>
                <a:spcPts val="0"/>
              </a:spcBef>
              <a:spcAft>
                <a:spcPts val="0"/>
              </a:spcAft>
              <a:buNone/>
            </a:pPr>
            <a:r>
              <a:rPr lang="en-US" sz="2100">
                <a:solidFill>
                  <a:schemeClr val="hlink"/>
                </a:solidFill>
              </a:rPr>
              <a:t>¿Por qué los astronautas no pueden llegar a la Tierra desde abajo? ¿Por qué no hay imágenes de la Tierra desde abajo?</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f74caaad3a_0_33"/>
          <p:cNvSpPr txBox="1"/>
          <p:nvPr>
            <p:ph type="title"/>
          </p:nvPr>
        </p:nvSpPr>
        <p:spPr>
          <a:xfrm>
            <a:off x="0" y="0"/>
            <a:ext cx="18288000" cy="14178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US" sz="2700">
                <a:latin typeface="Arial"/>
                <a:ea typeface="Arial"/>
                <a:cs typeface="Arial"/>
                <a:sym typeface="Arial"/>
              </a:rPr>
              <a:t>What are the most effective ways to change habits? How does your diet affect your ability to change habits?</a:t>
            </a:r>
            <a:endParaRPr b="1" sz="27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2700">
                <a:solidFill>
                  <a:schemeClr val="hlink"/>
                </a:solidFill>
                <a:latin typeface="Arial"/>
                <a:ea typeface="Arial"/>
                <a:cs typeface="Arial"/>
                <a:sym typeface="Arial"/>
              </a:rPr>
              <a:t>¿Cuáles son las formas más efectivas de cambiar hábitos? ¿Cómo afecta la alimentación a la capacidad de cambiar hábitos?</a:t>
            </a:r>
            <a:endParaRPr sz="2700"/>
          </a:p>
        </p:txBody>
      </p:sp>
      <p:sp>
        <p:nvSpPr>
          <p:cNvPr id="402" name="Google Shape;402;g3f74caaad3a_0_33"/>
          <p:cNvSpPr txBox="1"/>
          <p:nvPr>
            <p:ph idx="1" type="body"/>
          </p:nvPr>
        </p:nvSpPr>
        <p:spPr>
          <a:xfrm>
            <a:off x="457200" y="1600200"/>
            <a:ext cx="11887200" cy="8686800"/>
          </a:xfrm>
          <a:prstGeom prst="rect">
            <a:avLst/>
          </a:prstGeom>
        </p:spPr>
        <p:txBody>
          <a:bodyPr anchorCtr="0" anchor="t" bIns="45700" lIns="91425" spcFirstLastPara="1" rIns="91425" wrap="square" tIns="45700">
            <a:normAutofit/>
          </a:bodyPr>
          <a:lstStyle/>
          <a:p>
            <a:pPr indent="-400050" lvl="0" marL="457200" rtl="0" algn="l">
              <a:spcBef>
                <a:spcPts val="360"/>
              </a:spcBef>
              <a:spcAft>
                <a:spcPts val="0"/>
              </a:spcAft>
              <a:buClr>
                <a:srgbClr val="000000"/>
              </a:buClr>
              <a:buSzPts val="2700"/>
              <a:buChar char="●"/>
            </a:pPr>
            <a:r>
              <a:rPr lang="en-US" sz="2700">
                <a:solidFill>
                  <a:srgbClr val="000000"/>
                </a:solidFill>
              </a:rPr>
              <a:t>Changing habits is usually most effective when you change the environment and routines surrounding the behavior. </a:t>
            </a:r>
            <a:endParaRPr sz="2700">
              <a:solidFill>
                <a:srgbClr val="000000"/>
              </a:solidFill>
            </a:endParaRPr>
          </a:p>
          <a:p>
            <a:pPr indent="-400050" lvl="0" marL="457200" rtl="0" algn="l">
              <a:spcBef>
                <a:spcPts val="0"/>
              </a:spcBef>
              <a:spcAft>
                <a:spcPts val="0"/>
              </a:spcAft>
              <a:buClr>
                <a:srgbClr val="000000"/>
              </a:buClr>
              <a:buSzPts val="2700"/>
              <a:buChar char="●"/>
            </a:pPr>
            <a:r>
              <a:rPr lang="en-US" sz="2700">
                <a:solidFill>
                  <a:srgbClr val="000000"/>
                </a:solidFill>
              </a:rPr>
              <a:t>To change a behavior, start with small changes, use specific cues to identify and modify the behavior, and track your progress. </a:t>
            </a:r>
            <a:endParaRPr sz="2700">
              <a:solidFill>
                <a:srgbClr val="000000"/>
              </a:solidFill>
            </a:endParaRPr>
          </a:p>
          <a:p>
            <a:pPr indent="-400050" lvl="0" marL="457200" rtl="0" algn="l">
              <a:spcBef>
                <a:spcPts val="0"/>
              </a:spcBef>
              <a:spcAft>
                <a:spcPts val="0"/>
              </a:spcAft>
              <a:buClr>
                <a:srgbClr val="000000"/>
              </a:buClr>
              <a:buSzPts val="2700"/>
              <a:buChar char="●"/>
            </a:pPr>
            <a:r>
              <a:rPr lang="en-US" sz="2700">
                <a:solidFill>
                  <a:srgbClr val="000000"/>
                </a:solidFill>
              </a:rPr>
              <a:t>Diet can affect your energy, mood, attention, focus, and self-control. </a:t>
            </a:r>
            <a:endParaRPr sz="2700">
              <a:solidFill>
                <a:srgbClr val="000000"/>
              </a:solidFill>
            </a:endParaRPr>
          </a:p>
          <a:p>
            <a:pPr indent="-400050" lvl="0" marL="457200" rtl="0" algn="l">
              <a:spcBef>
                <a:spcPts val="0"/>
              </a:spcBef>
              <a:spcAft>
                <a:spcPts val="0"/>
              </a:spcAft>
              <a:buClr>
                <a:srgbClr val="000000"/>
              </a:buClr>
              <a:buSzPts val="2700"/>
              <a:buChar char="●"/>
            </a:pPr>
            <a:r>
              <a:rPr lang="en-US" sz="2700">
                <a:solidFill>
                  <a:srgbClr val="000000"/>
                </a:solidFill>
              </a:rPr>
              <a:t>Eating a balanced diet that includes fruits, vegetables, proteins, and carbohydrates is important for maintaining energy and concentration. </a:t>
            </a:r>
            <a:endParaRPr sz="2700">
              <a:solidFill>
                <a:srgbClr val="000000"/>
              </a:solidFill>
            </a:endParaRPr>
          </a:p>
          <a:p>
            <a:pPr indent="-400050" lvl="0" marL="457200" rtl="0" algn="l">
              <a:spcBef>
                <a:spcPts val="0"/>
              </a:spcBef>
              <a:spcAft>
                <a:spcPts val="0"/>
              </a:spcAft>
              <a:buClr>
                <a:srgbClr val="000000"/>
              </a:buClr>
              <a:buSzPts val="2700"/>
              <a:buChar char="●"/>
            </a:pPr>
            <a:r>
              <a:rPr lang="en-US" sz="2700">
                <a:solidFill>
                  <a:srgbClr val="000000"/>
                </a:solidFill>
              </a:rPr>
              <a:t>Eating too much food can cause fatigue and discomfort, while eating too little can make it difficult to concentrate and may lead to hunger.</a:t>
            </a:r>
            <a:endParaRPr sz="2700">
              <a:solidFill>
                <a:srgbClr val="000000"/>
              </a:solidFill>
            </a:endParaRPr>
          </a:p>
          <a:p>
            <a:pPr indent="0" lvl="0" marL="0" rtl="0" algn="l">
              <a:spcBef>
                <a:spcPts val="360"/>
              </a:spcBef>
              <a:spcAft>
                <a:spcPts val="0"/>
              </a:spcAft>
              <a:buNone/>
            </a:pPr>
            <a:r>
              <a:t/>
            </a:r>
            <a:endParaRPr sz="2700">
              <a:solidFill>
                <a:srgbClr val="000000"/>
              </a:solidFill>
            </a:endParaRPr>
          </a:p>
          <a:p>
            <a:pPr indent="-400050" lvl="0" marL="457200" rtl="0" algn="l">
              <a:lnSpc>
                <a:spcPct val="90000"/>
              </a:lnSpc>
              <a:spcBef>
                <a:spcPts val="360"/>
              </a:spcBef>
              <a:spcAft>
                <a:spcPts val="0"/>
              </a:spcAft>
              <a:buClr>
                <a:srgbClr val="0000FF"/>
              </a:buClr>
              <a:buSzPts val="2700"/>
              <a:buChar char="●"/>
            </a:pPr>
            <a:r>
              <a:rPr lang="en-US" sz="2700">
                <a:solidFill>
                  <a:srgbClr val="0000FF"/>
                </a:solidFill>
              </a:rPr>
              <a:t>Cambiar los hábitos suele ser más efectivo cuando se cambia el entorno y las rutinas que rodean el comportamiento. </a:t>
            </a:r>
            <a:endParaRPr sz="2700">
              <a:solidFill>
                <a:srgbClr val="0000FF"/>
              </a:solidFill>
            </a:endParaRPr>
          </a:p>
          <a:p>
            <a:pPr indent="-400050" lvl="0" marL="457200" rtl="0" algn="l">
              <a:lnSpc>
                <a:spcPct val="90000"/>
              </a:lnSpc>
              <a:spcBef>
                <a:spcPts val="0"/>
              </a:spcBef>
              <a:spcAft>
                <a:spcPts val="0"/>
              </a:spcAft>
              <a:buClr>
                <a:srgbClr val="0000FF"/>
              </a:buClr>
              <a:buSzPts val="2700"/>
              <a:buChar char="●"/>
            </a:pPr>
            <a:r>
              <a:rPr lang="en-US" sz="2700">
                <a:solidFill>
                  <a:srgbClr val="0000FF"/>
                </a:solidFill>
              </a:rPr>
              <a:t>Para cambiar un comportamiento, comiencen con pequeños cambios, utilicen señales específicas para identificar y modificar el comportamiento, y lleven un registro de su progreso. </a:t>
            </a:r>
            <a:endParaRPr sz="2700">
              <a:solidFill>
                <a:srgbClr val="0000FF"/>
              </a:solidFill>
            </a:endParaRPr>
          </a:p>
          <a:p>
            <a:pPr indent="-400050" lvl="0" marL="457200" rtl="0" algn="l">
              <a:lnSpc>
                <a:spcPct val="90000"/>
              </a:lnSpc>
              <a:spcBef>
                <a:spcPts val="0"/>
              </a:spcBef>
              <a:spcAft>
                <a:spcPts val="0"/>
              </a:spcAft>
              <a:buClr>
                <a:srgbClr val="0000FF"/>
              </a:buClr>
              <a:buSzPts val="2700"/>
              <a:buChar char="●"/>
            </a:pPr>
            <a:r>
              <a:rPr lang="en-US" sz="2700">
                <a:solidFill>
                  <a:srgbClr val="0000FF"/>
                </a:solidFill>
              </a:rPr>
              <a:t>La alimentación puede afectar la energía, el estado de ánimo, la atención, la concentración y el autocontrol. </a:t>
            </a:r>
            <a:endParaRPr sz="2700">
              <a:solidFill>
                <a:srgbClr val="0000FF"/>
              </a:solidFill>
            </a:endParaRPr>
          </a:p>
          <a:p>
            <a:pPr indent="-400050" lvl="0" marL="457200" rtl="0" algn="l">
              <a:lnSpc>
                <a:spcPct val="90000"/>
              </a:lnSpc>
              <a:spcBef>
                <a:spcPts val="0"/>
              </a:spcBef>
              <a:spcAft>
                <a:spcPts val="0"/>
              </a:spcAft>
              <a:buClr>
                <a:srgbClr val="0000FF"/>
              </a:buClr>
              <a:buSzPts val="2700"/>
              <a:buChar char="●"/>
            </a:pPr>
            <a:r>
              <a:rPr lang="en-US" sz="2700">
                <a:solidFill>
                  <a:srgbClr val="0000FF"/>
                </a:solidFill>
              </a:rPr>
              <a:t>Llevar una dieta equilibrada que incluya frutas, verduras, proteínas y carbohidratos es importante para mantener la energía y la concentración. </a:t>
            </a:r>
            <a:endParaRPr sz="2700">
              <a:solidFill>
                <a:srgbClr val="0000FF"/>
              </a:solidFill>
            </a:endParaRPr>
          </a:p>
          <a:p>
            <a:pPr indent="-400050" lvl="0" marL="457200" rtl="0" algn="l">
              <a:lnSpc>
                <a:spcPct val="90000"/>
              </a:lnSpc>
              <a:spcBef>
                <a:spcPts val="0"/>
              </a:spcBef>
              <a:spcAft>
                <a:spcPts val="0"/>
              </a:spcAft>
              <a:buClr>
                <a:srgbClr val="0000FF"/>
              </a:buClr>
              <a:buSzPts val="2700"/>
              <a:buChar char="●"/>
            </a:pPr>
            <a:r>
              <a:rPr lang="en-US" sz="2700">
                <a:solidFill>
                  <a:srgbClr val="0000FF"/>
                </a:solidFill>
              </a:rPr>
              <a:t>Comer en exceso puede causar fatiga y malestar, mientras que comer muy poco puede dificultar la concentración y provocar hambre.</a:t>
            </a:r>
            <a:endParaRPr sz="2700">
              <a:solidFill>
                <a:srgbClr val="0000FF"/>
              </a:solidFill>
            </a:endParaRPr>
          </a:p>
        </p:txBody>
      </p:sp>
      <p:pic>
        <p:nvPicPr>
          <p:cNvPr id="403" name="Google Shape;403;g3f74caaad3a_0_33" title="1_10jtIzb1StluAopblscdbQ.jpg"/>
          <p:cNvPicPr preferRelativeResize="0"/>
          <p:nvPr/>
        </p:nvPicPr>
        <p:blipFill>
          <a:blip r:embed="rId3">
            <a:alphaModFix/>
          </a:blip>
          <a:stretch>
            <a:fillRect/>
          </a:stretch>
        </p:blipFill>
        <p:spPr>
          <a:xfrm>
            <a:off x="13104975" y="1600200"/>
            <a:ext cx="4029501" cy="4029501"/>
          </a:xfrm>
          <a:prstGeom prst="rect">
            <a:avLst/>
          </a:prstGeom>
          <a:noFill/>
          <a:ln>
            <a:noFill/>
          </a:ln>
        </p:spPr>
      </p:pic>
      <p:pic>
        <p:nvPicPr>
          <p:cNvPr id="404" name="Google Shape;404;g3f74caaad3a_0_33" title="figure-2.png"/>
          <p:cNvPicPr preferRelativeResize="0"/>
          <p:nvPr/>
        </p:nvPicPr>
        <p:blipFill rotWithShape="1">
          <a:blip r:embed="rId4">
            <a:alphaModFix/>
          </a:blip>
          <a:srcRect b="3130" l="3030" r="2870" t="19597"/>
          <a:stretch/>
        </p:blipFill>
        <p:spPr>
          <a:xfrm>
            <a:off x="12550600" y="6207825"/>
            <a:ext cx="5306052" cy="3166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f74caaad3a_0_44"/>
          <p:cNvSpPr txBox="1"/>
          <p:nvPr>
            <p:ph type="title"/>
          </p:nvPr>
        </p:nvSpPr>
        <p:spPr>
          <a:xfrm>
            <a:off x="304800" y="76200"/>
            <a:ext cx="18288000" cy="14178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US" sz="3200">
                <a:latin typeface="Arial"/>
                <a:ea typeface="Arial"/>
                <a:cs typeface="Arial"/>
                <a:sym typeface="Arial"/>
              </a:rPr>
              <a:t>How does dopamine affect addiction?</a:t>
            </a:r>
            <a:endParaRPr b="1" sz="32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3200">
                <a:solidFill>
                  <a:schemeClr val="hlink"/>
                </a:solidFill>
                <a:latin typeface="Arial"/>
                <a:ea typeface="Arial"/>
                <a:cs typeface="Arial"/>
                <a:sym typeface="Arial"/>
              </a:rPr>
              <a:t>¿Cómo afecta la dopamina a la adicción?</a:t>
            </a:r>
            <a:endParaRPr b="1" sz="3200">
              <a:latin typeface="Arial"/>
              <a:ea typeface="Arial"/>
              <a:cs typeface="Arial"/>
              <a:sym typeface="Arial"/>
            </a:endParaRPr>
          </a:p>
        </p:txBody>
      </p:sp>
      <p:sp>
        <p:nvSpPr>
          <p:cNvPr id="411" name="Google Shape;411;g3f74caaad3a_0_44"/>
          <p:cNvSpPr txBox="1"/>
          <p:nvPr>
            <p:ph idx="1" type="body"/>
          </p:nvPr>
        </p:nvSpPr>
        <p:spPr>
          <a:xfrm>
            <a:off x="457200" y="1600200"/>
            <a:ext cx="11887200" cy="8686800"/>
          </a:xfrm>
          <a:prstGeom prst="rect">
            <a:avLst/>
          </a:prstGeom>
        </p:spPr>
        <p:txBody>
          <a:bodyPr anchorCtr="0" anchor="t" bIns="45700" lIns="91425" spcFirstLastPara="1" rIns="91425" wrap="square" tIns="45700">
            <a:noAutofit/>
          </a:bodyPr>
          <a:lstStyle/>
          <a:p>
            <a:pPr indent="-425450" lvl="0" marL="457200" rtl="0" algn="l">
              <a:lnSpc>
                <a:spcPct val="90000"/>
              </a:lnSpc>
              <a:spcBef>
                <a:spcPts val="360"/>
              </a:spcBef>
              <a:spcAft>
                <a:spcPts val="0"/>
              </a:spcAft>
              <a:buClr>
                <a:srgbClr val="000000"/>
              </a:buClr>
              <a:buSzPts val="3100"/>
              <a:buChar char="•"/>
            </a:pPr>
            <a:r>
              <a:rPr lang="en-US" sz="3100">
                <a:solidFill>
                  <a:srgbClr val="000000"/>
                </a:solidFill>
              </a:rPr>
              <a:t>Dopamine is a neurotransmitter in the brain that is involved in reward, motivation, and learning. </a:t>
            </a:r>
            <a:endParaRPr sz="3100">
              <a:solidFill>
                <a:srgbClr val="000000"/>
              </a:solidFill>
            </a:endParaRPr>
          </a:p>
          <a:p>
            <a:pPr indent="-425450" lvl="0" marL="457200" rtl="0" algn="l">
              <a:lnSpc>
                <a:spcPct val="90000"/>
              </a:lnSpc>
              <a:spcBef>
                <a:spcPts val="0"/>
              </a:spcBef>
              <a:spcAft>
                <a:spcPts val="0"/>
              </a:spcAft>
              <a:buClr>
                <a:srgbClr val="000000"/>
              </a:buClr>
              <a:buSzPts val="3100"/>
              <a:buChar char="•"/>
            </a:pPr>
            <a:r>
              <a:rPr lang="en-US" sz="3100">
                <a:solidFill>
                  <a:srgbClr val="000000"/>
                </a:solidFill>
              </a:rPr>
              <a:t>Addictive substances and behaviors can increase dopamine activity, making the experience feel rewarding. </a:t>
            </a:r>
            <a:endParaRPr sz="3100">
              <a:solidFill>
                <a:srgbClr val="000000"/>
              </a:solidFill>
            </a:endParaRPr>
          </a:p>
          <a:p>
            <a:pPr indent="-425450" lvl="0" marL="457200" rtl="0" algn="l">
              <a:lnSpc>
                <a:spcPct val="90000"/>
              </a:lnSpc>
              <a:spcBef>
                <a:spcPts val="0"/>
              </a:spcBef>
              <a:spcAft>
                <a:spcPts val="0"/>
              </a:spcAft>
              <a:buClr>
                <a:srgbClr val="000000"/>
              </a:buClr>
              <a:buSzPts val="3100"/>
              <a:buChar char="•"/>
            </a:pPr>
            <a:r>
              <a:rPr lang="en-US" sz="3100">
                <a:solidFill>
                  <a:srgbClr val="000000"/>
                </a:solidFill>
              </a:rPr>
              <a:t>This rewarding feeling can create a cycle that encourages a person to continue the behavior or use the substance. </a:t>
            </a:r>
            <a:endParaRPr sz="3100">
              <a:solidFill>
                <a:srgbClr val="000000"/>
              </a:solidFill>
            </a:endParaRPr>
          </a:p>
          <a:p>
            <a:pPr indent="-425450" lvl="0" marL="457200" rtl="0" algn="l">
              <a:lnSpc>
                <a:spcPct val="90000"/>
              </a:lnSpc>
              <a:spcBef>
                <a:spcPts val="0"/>
              </a:spcBef>
              <a:spcAft>
                <a:spcPts val="0"/>
              </a:spcAft>
              <a:buClr>
                <a:srgbClr val="000000"/>
              </a:buClr>
              <a:buSzPts val="3100"/>
              <a:buChar char="•"/>
            </a:pPr>
            <a:r>
              <a:rPr lang="en-US" sz="3100">
                <a:solidFill>
                  <a:srgbClr val="000000"/>
                </a:solidFill>
              </a:rPr>
              <a:t>Beyond the brain’s reward system, dopamine also plays an important role in motivation, learning, and reinforcing behaviors.</a:t>
            </a:r>
            <a:endParaRPr sz="3100">
              <a:solidFill>
                <a:srgbClr val="000000"/>
              </a:solidFill>
            </a:endParaRPr>
          </a:p>
          <a:p>
            <a:pPr indent="0" lvl="0" marL="0" rtl="0" algn="l">
              <a:lnSpc>
                <a:spcPct val="90000"/>
              </a:lnSpc>
              <a:spcBef>
                <a:spcPts val="360"/>
              </a:spcBef>
              <a:spcAft>
                <a:spcPts val="0"/>
              </a:spcAft>
              <a:buNone/>
            </a:pPr>
            <a:r>
              <a:t/>
            </a:r>
            <a:endParaRPr sz="3100">
              <a:solidFill>
                <a:srgbClr val="000000"/>
              </a:solidFill>
            </a:endParaRPr>
          </a:p>
          <a:p>
            <a:pPr indent="-425450" lvl="0" marL="457200" rtl="0" algn="l">
              <a:lnSpc>
                <a:spcPct val="90000"/>
              </a:lnSpc>
              <a:spcBef>
                <a:spcPts val="360"/>
              </a:spcBef>
              <a:spcAft>
                <a:spcPts val="0"/>
              </a:spcAft>
              <a:buClr>
                <a:srgbClr val="0000FF"/>
              </a:buClr>
              <a:buSzPts val="3100"/>
              <a:buChar char="•"/>
            </a:pPr>
            <a:r>
              <a:rPr lang="en-US" sz="3100">
                <a:solidFill>
                  <a:srgbClr val="0000FF"/>
                </a:solidFill>
              </a:rPr>
              <a:t>La dopamina es un neurotransmisor del cerebro que participa en la recompensa, la motivación y el aprendizaje. </a:t>
            </a:r>
            <a:endParaRPr sz="3100">
              <a:solidFill>
                <a:srgbClr val="0000FF"/>
              </a:solidFill>
            </a:endParaRPr>
          </a:p>
          <a:p>
            <a:pPr indent="-425450" lvl="0" marL="457200" rtl="0" algn="l">
              <a:lnSpc>
                <a:spcPct val="90000"/>
              </a:lnSpc>
              <a:spcBef>
                <a:spcPts val="0"/>
              </a:spcBef>
              <a:spcAft>
                <a:spcPts val="0"/>
              </a:spcAft>
              <a:buClr>
                <a:srgbClr val="0000FF"/>
              </a:buClr>
              <a:buSzPts val="3100"/>
              <a:buChar char="•"/>
            </a:pPr>
            <a:r>
              <a:rPr lang="en-US" sz="3100">
                <a:solidFill>
                  <a:srgbClr val="0000FF"/>
                </a:solidFill>
              </a:rPr>
              <a:t>Las sustancias y los comportamientos adictivos pueden aumentar la actividad de la dopamina, lo que hace que la experiencia resulte gratificante. </a:t>
            </a:r>
            <a:endParaRPr sz="3100">
              <a:solidFill>
                <a:srgbClr val="0000FF"/>
              </a:solidFill>
            </a:endParaRPr>
          </a:p>
          <a:p>
            <a:pPr indent="-425450" lvl="0" marL="457200" rtl="0" algn="l">
              <a:lnSpc>
                <a:spcPct val="90000"/>
              </a:lnSpc>
              <a:spcBef>
                <a:spcPts val="0"/>
              </a:spcBef>
              <a:spcAft>
                <a:spcPts val="0"/>
              </a:spcAft>
              <a:buClr>
                <a:srgbClr val="0000FF"/>
              </a:buClr>
              <a:buSzPts val="3100"/>
              <a:buChar char="•"/>
            </a:pPr>
            <a:r>
              <a:rPr lang="en-US" sz="3100">
                <a:solidFill>
                  <a:srgbClr val="0000FF"/>
                </a:solidFill>
              </a:rPr>
              <a:t>Esta sensación de recompensa puede crear un ciclo que impulsa a una persona a continuar con el comportamiento o a consumir la sustancia. </a:t>
            </a:r>
            <a:endParaRPr sz="3100">
              <a:solidFill>
                <a:srgbClr val="0000FF"/>
              </a:solidFill>
            </a:endParaRPr>
          </a:p>
          <a:p>
            <a:pPr indent="-425450" lvl="0" marL="457200" rtl="0" algn="l">
              <a:lnSpc>
                <a:spcPct val="90000"/>
              </a:lnSpc>
              <a:spcBef>
                <a:spcPts val="0"/>
              </a:spcBef>
              <a:spcAft>
                <a:spcPts val="0"/>
              </a:spcAft>
              <a:buClr>
                <a:srgbClr val="0000FF"/>
              </a:buClr>
              <a:buSzPts val="3100"/>
              <a:buChar char="•"/>
            </a:pPr>
            <a:r>
              <a:rPr lang="en-US" sz="3100">
                <a:solidFill>
                  <a:srgbClr val="0000FF"/>
                </a:solidFill>
              </a:rPr>
              <a:t>Además del sistema de recompensa del cerebro, la dopamina también desempeña un papel importante en la motivación, el aprendizaje y el refuerzo de los comportamientos.</a:t>
            </a:r>
            <a:endParaRPr sz="3100">
              <a:solidFill>
                <a:srgbClr val="0000FF"/>
              </a:solidFill>
            </a:endParaRPr>
          </a:p>
        </p:txBody>
      </p:sp>
      <p:pic>
        <p:nvPicPr>
          <p:cNvPr id="412" name="Google Shape;412;g3f74caaad3a_0_44" title="2000px-dopamine2-svg.png"/>
          <p:cNvPicPr preferRelativeResize="0"/>
          <p:nvPr/>
        </p:nvPicPr>
        <p:blipFill>
          <a:blip r:embed="rId3">
            <a:alphaModFix/>
          </a:blip>
          <a:stretch>
            <a:fillRect/>
          </a:stretch>
        </p:blipFill>
        <p:spPr>
          <a:xfrm>
            <a:off x="12649200" y="0"/>
            <a:ext cx="5638800" cy="2610764"/>
          </a:xfrm>
          <a:prstGeom prst="rect">
            <a:avLst/>
          </a:prstGeom>
          <a:noFill/>
          <a:ln>
            <a:noFill/>
          </a:ln>
        </p:spPr>
      </p:pic>
      <p:pic>
        <p:nvPicPr>
          <p:cNvPr id="413" name="Google Shape;413;g3f74caaad3a_0_44" title="FOGVm-_XsA0JI0W.jpg"/>
          <p:cNvPicPr preferRelativeResize="0"/>
          <p:nvPr/>
        </p:nvPicPr>
        <p:blipFill>
          <a:blip r:embed="rId4">
            <a:alphaModFix/>
          </a:blip>
          <a:stretch>
            <a:fillRect/>
          </a:stretch>
        </p:blipFill>
        <p:spPr>
          <a:xfrm>
            <a:off x="12496800" y="3428989"/>
            <a:ext cx="5638799" cy="56387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f74caaad3a_0_56"/>
          <p:cNvSpPr txBox="1"/>
          <p:nvPr>
            <p:ph type="title"/>
          </p:nvPr>
        </p:nvSpPr>
        <p:spPr>
          <a:xfrm>
            <a:off x="457200" y="274650"/>
            <a:ext cx="17387400" cy="11430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US" sz="3600">
                <a:latin typeface="Arial"/>
                <a:ea typeface="Arial"/>
                <a:cs typeface="Arial"/>
                <a:sym typeface="Arial"/>
              </a:rPr>
              <a:t>What does a fish brain look like?</a:t>
            </a:r>
            <a:endParaRPr b="1" sz="36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3600">
                <a:solidFill>
                  <a:schemeClr val="hlink"/>
                </a:solidFill>
                <a:latin typeface="Arial"/>
                <a:ea typeface="Arial"/>
                <a:cs typeface="Arial"/>
                <a:sym typeface="Arial"/>
              </a:rPr>
              <a:t>¿Cómo se ve un cerebro de pez?</a:t>
            </a:r>
            <a:endParaRPr sz="3600"/>
          </a:p>
        </p:txBody>
      </p:sp>
      <p:sp>
        <p:nvSpPr>
          <p:cNvPr id="420" name="Google Shape;420;g3f74caaad3a_0_56"/>
          <p:cNvSpPr txBox="1"/>
          <p:nvPr>
            <p:ph idx="1" type="body"/>
          </p:nvPr>
        </p:nvSpPr>
        <p:spPr>
          <a:xfrm>
            <a:off x="457200" y="1600200"/>
            <a:ext cx="8229600" cy="8686800"/>
          </a:xfrm>
          <a:prstGeom prst="rect">
            <a:avLst/>
          </a:prstGeom>
        </p:spPr>
        <p:txBody>
          <a:bodyPr anchorCtr="0" anchor="t" bIns="45700" lIns="91425" spcFirstLastPara="1" rIns="91425" wrap="square" tIns="45700">
            <a:noAutofit/>
          </a:bodyPr>
          <a:lstStyle/>
          <a:p>
            <a:pPr indent="-400050" lvl="0" marL="457200" rtl="0" algn="l">
              <a:spcBef>
                <a:spcPts val="360"/>
              </a:spcBef>
              <a:spcAft>
                <a:spcPts val="0"/>
              </a:spcAft>
              <a:buClr>
                <a:srgbClr val="000000"/>
              </a:buClr>
              <a:buSzPts val="2700"/>
              <a:buChar char="•"/>
            </a:pPr>
            <a:r>
              <a:rPr lang="en-US" sz="2700">
                <a:solidFill>
                  <a:srgbClr val="000000"/>
                </a:solidFill>
              </a:rPr>
              <a:t>Fish brains can vary in size and shape depending on the species. </a:t>
            </a:r>
            <a:endParaRPr sz="2700">
              <a:solidFill>
                <a:srgbClr val="000000"/>
              </a:solidFill>
            </a:endParaRPr>
          </a:p>
          <a:p>
            <a:pPr indent="-400050" lvl="0" marL="457200" rtl="0" algn="l">
              <a:spcBef>
                <a:spcPts val="0"/>
              </a:spcBef>
              <a:spcAft>
                <a:spcPts val="0"/>
              </a:spcAft>
              <a:buClr>
                <a:srgbClr val="000000"/>
              </a:buClr>
              <a:buSzPts val="2700"/>
              <a:buChar char="•"/>
            </a:pPr>
            <a:r>
              <a:rPr lang="en-US" sz="2700">
                <a:solidFill>
                  <a:srgbClr val="000000"/>
                </a:solidFill>
              </a:rPr>
              <a:t>A fish brain is usually much smaller than a human brain. </a:t>
            </a:r>
            <a:endParaRPr sz="2700">
              <a:solidFill>
                <a:srgbClr val="000000"/>
              </a:solidFill>
            </a:endParaRPr>
          </a:p>
          <a:p>
            <a:pPr indent="-400050" lvl="0" marL="457200" rtl="0" algn="l">
              <a:spcBef>
                <a:spcPts val="0"/>
              </a:spcBef>
              <a:spcAft>
                <a:spcPts val="0"/>
              </a:spcAft>
              <a:buClr>
                <a:srgbClr val="000000"/>
              </a:buClr>
              <a:buSzPts val="2700"/>
              <a:buChar char="•"/>
            </a:pPr>
            <a:r>
              <a:rPr lang="en-US" sz="2700">
                <a:solidFill>
                  <a:srgbClr val="000000"/>
                </a:solidFill>
              </a:rPr>
              <a:t>Fish brains are generally more elongated compared to human brains. </a:t>
            </a:r>
            <a:endParaRPr sz="2700">
              <a:solidFill>
                <a:srgbClr val="000000"/>
              </a:solidFill>
            </a:endParaRPr>
          </a:p>
          <a:p>
            <a:pPr indent="-400050" lvl="0" marL="457200" rtl="0" algn="l">
              <a:spcBef>
                <a:spcPts val="0"/>
              </a:spcBef>
              <a:spcAft>
                <a:spcPts val="0"/>
              </a:spcAft>
              <a:buClr>
                <a:srgbClr val="000000"/>
              </a:buClr>
              <a:buSzPts val="2700"/>
              <a:buChar char="•"/>
            </a:pPr>
            <a:r>
              <a:rPr lang="en-US" sz="2700">
                <a:solidFill>
                  <a:srgbClr val="000000"/>
                </a:solidFill>
              </a:rPr>
              <a:t>Fish brains contain many of the same basic structures found in human brains, including the medulla, cerebellum, and optic lobes.</a:t>
            </a:r>
            <a:endParaRPr sz="2700">
              <a:solidFill>
                <a:srgbClr val="000000"/>
              </a:solidFill>
            </a:endParaRPr>
          </a:p>
          <a:p>
            <a:pPr indent="0" lvl="0" marL="0" rtl="0" algn="l">
              <a:spcBef>
                <a:spcPts val="360"/>
              </a:spcBef>
              <a:spcAft>
                <a:spcPts val="0"/>
              </a:spcAft>
              <a:buNone/>
            </a:pPr>
            <a:r>
              <a:t/>
            </a:r>
            <a:endParaRPr sz="2700">
              <a:solidFill>
                <a:srgbClr val="000000"/>
              </a:solidFill>
            </a:endParaRPr>
          </a:p>
          <a:p>
            <a:pPr indent="-400050" lvl="0" marL="457200" rtl="0" algn="l">
              <a:spcBef>
                <a:spcPts val="360"/>
              </a:spcBef>
              <a:spcAft>
                <a:spcPts val="0"/>
              </a:spcAft>
              <a:buClr>
                <a:srgbClr val="0000FF"/>
              </a:buClr>
              <a:buSzPts val="2700"/>
              <a:buChar char="•"/>
            </a:pPr>
            <a:r>
              <a:rPr lang="en-US" sz="2700">
                <a:solidFill>
                  <a:srgbClr val="0000FF"/>
                </a:solidFill>
              </a:rPr>
              <a:t>Los cerebros de los peces pueden variar en tamaño y forma dependiendo de la especie. </a:t>
            </a:r>
            <a:endParaRPr sz="2700">
              <a:solidFill>
                <a:srgbClr val="0000FF"/>
              </a:solidFill>
            </a:endParaRPr>
          </a:p>
          <a:p>
            <a:pPr indent="-400050" lvl="0" marL="457200" rtl="0" algn="l">
              <a:spcBef>
                <a:spcPts val="0"/>
              </a:spcBef>
              <a:spcAft>
                <a:spcPts val="0"/>
              </a:spcAft>
              <a:buClr>
                <a:srgbClr val="0000FF"/>
              </a:buClr>
              <a:buSzPts val="2700"/>
              <a:buChar char="•"/>
            </a:pPr>
            <a:r>
              <a:rPr lang="en-US" sz="2700">
                <a:solidFill>
                  <a:srgbClr val="0000FF"/>
                </a:solidFill>
              </a:rPr>
              <a:t>El cerebro de un pez generalmente es mucho más pequeño que el cerebro humano. </a:t>
            </a:r>
            <a:endParaRPr sz="2700">
              <a:solidFill>
                <a:srgbClr val="0000FF"/>
              </a:solidFill>
            </a:endParaRPr>
          </a:p>
          <a:p>
            <a:pPr indent="-400050" lvl="0" marL="457200" rtl="0" algn="l">
              <a:spcBef>
                <a:spcPts val="0"/>
              </a:spcBef>
              <a:spcAft>
                <a:spcPts val="0"/>
              </a:spcAft>
              <a:buClr>
                <a:srgbClr val="0000FF"/>
              </a:buClr>
              <a:buSzPts val="2700"/>
              <a:buChar char="•"/>
            </a:pPr>
            <a:r>
              <a:rPr lang="en-US" sz="2700">
                <a:solidFill>
                  <a:srgbClr val="0000FF"/>
                </a:solidFill>
              </a:rPr>
              <a:t>Los cerebros de los peces suelen ser más alargados en comparación con los cerebros humanos. </a:t>
            </a:r>
            <a:endParaRPr sz="2700">
              <a:solidFill>
                <a:srgbClr val="0000FF"/>
              </a:solidFill>
            </a:endParaRPr>
          </a:p>
          <a:p>
            <a:pPr indent="-400050" lvl="0" marL="457200" rtl="0" algn="l">
              <a:spcBef>
                <a:spcPts val="0"/>
              </a:spcBef>
              <a:spcAft>
                <a:spcPts val="0"/>
              </a:spcAft>
              <a:buClr>
                <a:srgbClr val="0000FF"/>
              </a:buClr>
              <a:buSzPts val="2700"/>
              <a:buChar char="•"/>
            </a:pPr>
            <a:r>
              <a:rPr lang="en-US" sz="2700">
                <a:solidFill>
                  <a:srgbClr val="0000FF"/>
                </a:solidFill>
              </a:rPr>
              <a:t>Los cerebros de los peces contienen muchas de las mismas estructuras básicas que se encuentran en los cerebros humanos, como el bulbo raquídeo, el cerebelo y los lóbulos ópticos.</a:t>
            </a:r>
            <a:endParaRPr sz="2700">
              <a:solidFill>
                <a:srgbClr val="0000FF"/>
              </a:solidFill>
            </a:endParaRPr>
          </a:p>
        </p:txBody>
      </p:sp>
      <p:pic>
        <p:nvPicPr>
          <p:cNvPr id="421" name="Google Shape;421;g3f74caaad3a_0_56" title="Screenshot-2024-11-02-at-4.34.24 PM-1024x689.png"/>
          <p:cNvPicPr preferRelativeResize="0"/>
          <p:nvPr/>
        </p:nvPicPr>
        <p:blipFill>
          <a:blip r:embed="rId3">
            <a:alphaModFix/>
          </a:blip>
          <a:stretch>
            <a:fillRect/>
          </a:stretch>
        </p:blipFill>
        <p:spPr>
          <a:xfrm>
            <a:off x="11929575" y="0"/>
            <a:ext cx="6358426" cy="4278275"/>
          </a:xfrm>
          <a:prstGeom prst="rect">
            <a:avLst/>
          </a:prstGeom>
          <a:noFill/>
          <a:ln>
            <a:noFill/>
          </a:ln>
        </p:spPr>
      </p:pic>
      <p:pic>
        <p:nvPicPr>
          <p:cNvPr id="422" name="Google Shape;422;g3f74caaad3a_0_56" title="3-Figure1-1.png"/>
          <p:cNvPicPr preferRelativeResize="0"/>
          <p:nvPr/>
        </p:nvPicPr>
        <p:blipFill>
          <a:blip r:embed="rId4">
            <a:alphaModFix/>
          </a:blip>
          <a:stretch>
            <a:fillRect/>
          </a:stretch>
        </p:blipFill>
        <p:spPr>
          <a:xfrm>
            <a:off x="8942375" y="487675"/>
            <a:ext cx="3229301" cy="3302925"/>
          </a:xfrm>
          <a:prstGeom prst="rect">
            <a:avLst/>
          </a:prstGeom>
          <a:noFill/>
          <a:ln>
            <a:noFill/>
          </a:ln>
        </p:spPr>
      </p:pic>
      <p:pic>
        <p:nvPicPr>
          <p:cNvPr id="423" name="Google Shape;423;g3f74caaad3a_0_56" title="images-2.jpg"/>
          <p:cNvPicPr preferRelativeResize="0"/>
          <p:nvPr/>
        </p:nvPicPr>
        <p:blipFill>
          <a:blip r:embed="rId5">
            <a:alphaModFix/>
          </a:blip>
          <a:stretch>
            <a:fillRect/>
          </a:stretch>
        </p:blipFill>
        <p:spPr>
          <a:xfrm>
            <a:off x="10547500" y="4583075"/>
            <a:ext cx="5900613" cy="5703926"/>
          </a:xfrm>
          <a:prstGeom prst="rect">
            <a:avLst/>
          </a:prstGeom>
          <a:noFill/>
          <a:ln>
            <a:noFill/>
          </a:ln>
        </p:spPr>
      </p:pic>
      <p:sp>
        <p:nvSpPr>
          <p:cNvPr id="424" name="Google Shape;424;g3f74caaad3a_0_56"/>
          <p:cNvSpPr txBox="1"/>
          <p:nvPr/>
        </p:nvSpPr>
        <p:spPr>
          <a:xfrm>
            <a:off x="16448125" y="9621050"/>
            <a:ext cx="2506200" cy="4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Jen</a:t>
            </a:r>
            <a:endParaRPr sz="3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f74caaad3a_0_67"/>
          <p:cNvSpPr txBox="1"/>
          <p:nvPr>
            <p:ph type="title"/>
          </p:nvPr>
        </p:nvSpPr>
        <p:spPr>
          <a:xfrm>
            <a:off x="457200" y="274650"/>
            <a:ext cx="17387400" cy="11430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US" sz="3200">
                <a:latin typeface="Arial"/>
                <a:ea typeface="Arial"/>
                <a:cs typeface="Arial"/>
                <a:sym typeface="Arial"/>
              </a:rPr>
              <a:t>What is playdoh made out of?</a:t>
            </a:r>
            <a:endParaRPr b="1" sz="32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3200">
                <a:solidFill>
                  <a:schemeClr val="hlink"/>
                </a:solidFill>
                <a:latin typeface="Arial"/>
                <a:ea typeface="Arial"/>
                <a:cs typeface="Arial"/>
                <a:sym typeface="Arial"/>
              </a:rPr>
              <a:t>¿De qué está hecho el playdoh?</a:t>
            </a:r>
            <a:endParaRPr sz="3200"/>
          </a:p>
        </p:txBody>
      </p:sp>
      <p:sp>
        <p:nvSpPr>
          <p:cNvPr id="431" name="Google Shape;431;g3f74caaad3a_0_67"/>
          <p:cNvSpPr txBox="1"/>
          <p:nvPr>
            <p:ph idx="1" type="body"/>
          </p:nvPr>
        </p:nvSpPr>
        <p:spPr>
          <a:xfrm>
            <a:off x="457200" y="1600200"/>
            <a:ext cx="9584700" cy="86868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Clr>
                <a:srgbClr val="000000"/>
              </a:buClr>
              <a:buSzPts val="1800"/>
              <a:buChar char="•"/>
            </a:pPr>
            <a:r>
              <a:rPr lang="en-US">
                <a:solidFill>
                  <a:srgbClr val="000000"/>
                </a:solidFill>
              </a:rPr>
              <a:t>Play-Doh is mainly made from water, flour, and salt. </a:t>
            </a:r>
            <a:endParaRPr>
              <a:solidFill>
                <a:srgbClr val="000000"/>
              </a:solidFill>
            </a:endParaRPr>
          </a:p>
          <a:p>
            <a:pPr indent="-342900" lvl="0" marL="457200" rtl="0" algn="l">
              <a:spcBef>
                <a:spcPts val="0"/>
              </a:spcBef>
              <a:spcAft>
                <a:spcPts val="0"/>
              </a:spcAft>
              <a:buClr>
                <a:srgbClr val="000000"/>
              </a:buClr>
              <a:buSzPts val="1800"/>
              <a:buChar char="•"/>
            </a:pPr>
            <a:r>
              <a:rPr lang="en-US">
                <a:solidFill>
                  <a:srgbClr val="000000"/>
                </a:solidFill>
              </a:rPr>
              <a:t>It also contains starch, which helps give it its soft, dough-like texture. </a:t>
            </a:r>
            <a:endParaRPr>
              <a:solidFill>
                <a:srgbClr val="000000"/>
              </a:solidFill>
            </a:endParaRPr>
          </a:p>
          <a:p>
            <a:pPr indent="-342900" lvl="0" marL="457200" rtl="0" algn="l">
              <a:spcBef>
                <a:spcPts val="0"/>
              </a:spcBef>
              <a:spcAft>
                <a:spcPts val="0"/>
              </a:spcAft>
              <a:buClr>
                <a:srgbClr val="000000"/>
              </a:buClr>
              <a:buSzPts val="1800"/>
              <a:buChar char="•"/>
            </a:pPr>
            <a:r>
              <a:rPr lang="en-US">
                <a:solidFill>
                  <a:srgbClr val="000000"/>
                </a:solidFill>
              </a:rPr>
              <a:t>Food coloring is added to give Play-Doh its different colors. </a:t>
            </a:r>
            <a:br>
              <a:rPr lang="en-US">
                <a:solidFill>
                  <a:srgbClr val="000000"/>
                </a:solidFill>
              </a:rPr>
            </a:br>
            <a:r>
              <a:rPr lang="en-US">
                <a:solidFill>
                  <a:srgbClr val="000000"/>
                </a:solidFill>
              </a:rPr>
              <a:t>Small amounts of preservatives and other ingredients help keep it fresh and prevent it from growing mold.</a:t>
            </a:r>
            <a:endParaRPr>
              <a:solidFill>
                <a:srgbClr val="000000"/>
              </a:solidFill>
            </a:endParaRPr>
          </a:p>
          <a:p>
            <a:pPr indent="0" lvl="0" marL="0" rtl="0" algn="l">
              <a:spcBef>
                <a:spcPts val="360"/>
              </a:spcBef>
              <a:spcAft>
                <a:spcPts val="0"/>
              </a:spcAft>
              <a:buNone/>
            </a:pPr>
            <a:r>
              <a:t/>
            </a:r>
            <a:endParaRPr/>
          </a:p>
          <a:p>
            <a:pPr indent="-342900" lvl="0" marL="457200" rtl="0" algn="l">
              <a:spcBef>
                <a:spcPts val="360"/>
              </a:spcBef>
              <a:spcAft>
                <a:spcPts val="0"/>
              </a:spcAft>
              <a:buClr>
                <a:srgbClr val="0000FF"/>
              </a:buClr>
              <a:buSzPts val="1800"/>
              <a:buChar char="•"/>
            </a:pPr>
            <a:r>
              <a:rPr lang="en-US">
                <a:solidFill>
                  <a:srgbClr val="0000FF"/>
                </a:solidFill>
              </a:rPr>
              <a:t>Play-Doh está hecho principalmente de agua, harina y sal. </a:t>
            </a:r>
            <a:endParaRPr>
              <a:solidFill>
                <a:srgbClr val="0000FF"/>
              </a:solidFill>
            </a:endParaRPr>
          </a:p>
          <a:p>
            <a:pPr indent="-342900" lvl="0" marL="457200" rtl="0" algn="l">
              <a:spcBef>
                <a:spcPts val="0"/>
              </a:spcBef>
              <a:spcAft>
                <a:spcPts val="0"/>
              </a:spcAft>
              <a:buClr>
                <a:srgbClr val="0000FF"/>
              </a:buClr>
              <a:buSzPts val="1800"/>
              <a:buChar char="•"/>
            </a:pPr>
            <a:r>
              <a:rPr lang="en-US">
                <a:solidFill>
                  <a:srgbClr val="0000FF"/>
                </a:solidFill>
              </a:rPr>
              <a:t>También contiene almidón, que ayuda a darle su textura suave y parecida a la masa. </a:t>
            </a:r>
            <a:endParaRPr>
              <a:solidFill>
                <a:srgbClr val="0000FF"/>
              </a:solidFill>
            </a:endParaRPr>
          </a:p>
          <a:p>
            <a:pPr indent="-342900" lvl="0" marL="457200" rtl="0" algn="l">
              <a:spcBef>
                <a:spcPts val="0"/>
              </a:spcBef>
              <a:spcAft>
                <a:spcPts val="0"/>
              </a:spcAft>
              <a:buClr>
                <a:srgbClr val="0000FF"/>
              </a:buClr>
              <a:buSzPts val="1800"/>
              <a:buChar char="•"/>
            </a:pPr>
            <a:r>
              <a:rPr lang="en-US">
                <a:solidFill>
                  <a:srgbClr val="0000FF"/>
                </a:solidFill>
              </a:rPr>
              <a:t>Se añade colorante alimentario para darle a Play-Doh sus diferentes colores. </a:t>
            </a:r>
            <a:endParaRPr>
              <a:solidFill>
                <a:srgbClr val="0000FF"/>
              </a:solidFill>
            </a:endParaRPr>
          </a:p>
          <a:p>
            <a:pPr indent="-342900" lvl="0" marL="457200" rtl="0" algn="l">
              <a:spcBef>
                <a:spcPts val="0"/>
              </a:spcBef>
              <a:spcAft>
                <a:spcPts val="0"/>
              </a:spcAft>
              <a:buClr>
                <a:srgbClr val="0000FF"/>
              </a:buClr>
              <a:buSzPts val="1800"/>
              <a:buChar char="•"/>
            </a:pPr>
            <a:r>
              <a:rPr lang="en-US">
                <a:solidFill>
                  <a:srgbClr val="0000FF"/>
                </a:solidFill>
              </a:rPr>
              <a:t>Pequeñas cantidades de conservantes y otros ingredientes ayudan a mantenerlo fresco y evitan que le crezca moho.</a:t>
            </a:r>
            <a:endParaRPr>
              <a:solidFill>
                <a:srgbClr val="0000FF"/>
              </a:solidFill>
            </a:endParaRPr>
          </a:p>
        </p:txBody>
      </p:sp>
      <p:pic>
        <p:nvPicPr>
          <p:cNvPr id="432" name="Google Shape;432;g3f74caaad3a_0_67" title="wx8oxMlUZPcTkE1aZq9MeTDLbkyxfl2r-PUQtcc2SrpotMU5ZlifAYxgK2iYMza5hWel-2U8OGlZyjt3WmB5g8mVNrLCtiQVRkZD9rw6Wdfam8qBLWfvLeSGmuXPETLfJ-3w-4mkFNAcLye2fw8miIhpsZUI9KzedMKuGSi3Sbd2_61_9M_gw4W6wqamjm-E.jpg"/>
          <p:cNvPicPr preferRelativeResize="0"/>
          <p:nvPr/>
        </p:nvPicPr>
        <p:blipFill rotWithShape="1">
          <a:blip r:embed="rId3">
            <a:alphaModFix/>
          </a:blip>
          <a:srcRect b="20754" l="0" r="0" t="17126"/>
          <a:stretch/>
        </p:blipFill>
        <p:spPr>
          <a:xfrm>
            <a:off x="10884075" y="2003675"/>
            <a:ext cx="6960526" cy="5764977"/>
          </a:xfrm>
          <a:prstGeom prst="rect">
            <a:avLst/>
          </a:prstGeom>
          <a:noFill/>
          <a:ln>
            <a:noFill/>
          </a:ln>
        </p:spPr>
      </p:pic>
      <p:sp>
        <p:nvSpPr>
          <p:cNvPr id="433" name="Google Shape;433;g3f74caaad3a_0_67"/>
          <p:cNvSpPr txBox="1"/>
          <p:nvPr/>
        </p:nvSpPr>
        <p:spPr>
          <a:xfrm>
            <a:off x="15474300" y="9586000"/>
            <a:ext cx="2506200" cy="4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Jen</a:t>
            </a:r>
            <a:endParaRPr sz="3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f74caaad3a_0_76"/>
          <p:cNvSpPr txBox="1"/>
          <p:nvPr>
            <p:ph type="title"/>
          </p:nvPr>
        </p:nvSpPr>
        <p:spPr>
          <a:xfrm>
            <a:off x="457200" y="274650"/>
            <a:ext cx="17371200" cy="11430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US" sz="3300">
                <a:latin typeface="Arial"/>
                <a:ea typeface="Arial"/>
                <a:cs typeface="Arial"/>
                <a:sym typeface="Arial"/>
              </a:rPr>
              <a:t>What differentiates dinosaurs from animals that lived together with them?</a:t>
            </a:r>
            <a:endParaRPr b="1" sz="33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3300">
                <a:solidFill>
                  <a:schemeClr val="hlink"/>
                </a:solidFill>
                <a:latin typeface="Arial"/>
                <a:ea typeface="Arial"/>
                <a:cs typeface="Arial"/>
                <a:sym typeface="Arial"/>
              </a:rPr>
              <a:t>¿Qué distingue a los dinosaurios de los animales que vivían junto a ellos?</a:t>
            </a:r>
            <a:endParaRPr sz="3300"/>
          </a:p>
        </p:txBody>
      </p:sp>
      <p:sp>
        <p:nvSpPr>
          <p:cNvPr id="440" name="Google Shape;440;g3f74caaad3a_0_76"/>
          <p:cNvSpPr txBox="1"/>
          <p:nvPr>
            <p:ph idx="1" type="body"/>
          </p:nvPr>
        </p:nvSpPr>
        <p:spPr>
          <a:xfrm>
            <a:off x="457200" y="1600200"/>
            <a:ext cx="9419700" cy="8686800"/>
          </a:xfrm>
          <a:prstGeom prst="rect">
            <a:avLst/>
          </a:prstGeom>
        </p:spPr>
        <p:txBody>
          <a:bodyPr anchorCtr="0" anchor="t" bIns="45700" lIns="91425" spcFirstLastPara="1" rIns="91425" wrap="square" tIns="45700">
            <a:normAutofit lnSpcReduction="20000"/>
          </a:bodyPr>
          <a:lstStyle/>
          <a:p>
            <a:pPr indent="-342900" lvl="0" marL="457200" rtl="0" algn="l">
              <a:spcBef>
                <a:spcPts val="360"/>
              </a:spcBef>
              <a:spcAft>
                <a:spcPts val="0"/>
              </a:spcAft>
              <a:buClr>
                <a:srgbClr val="000000"/>
              </a:buClr>
              <a:buSzPts val="1800"/>
              <a:buChar char="•"/>
            </a:pPr>
            <a:r>
              <a:rPr lang="en-US">
                <a:solidFill>
                  <a:srgbClr val="000000"/>
                </a:solidFill>
              </a:rPr>
              <a:t>Dinosaurs were reptiles with a specific hip and leg structure that allowed them to stand more upright than many other reptiles.</a:t>
            </a:r>
            <a:endParaRPr>
              <a:solidFill>
                <a:srgbClr val="000000"/>
              </a:solidFill>
            </a:endParaRPr>
          </a:p>
          <a:p>
            <a:pPr indent="-342900" lvl="0" marL="457200" rtl="0" algn="l">
              <a:spcBef>
                <a:spcPts val="0"/>
              </a:spcBef>
              <a:spcAft>
                <a:spcPts val="0"/>
              </a:spcAft>
              <a:buClr>
                <a:srgbClr val="000000"/>
              </a:buClr>
              <a:buSzPts val="1800"/>
              <a:buChar char="•"/>
            </a:pPr>
            <a:r>
              <a:rPr lang="en-US">
                <a:solidFill>
                  <a:srgbClr val="000000"/>
                </a:solidFill>
              </a:rPr>
              <a:t>One important feature that separates dinosaurs from other reptiles is their distinctive hip and ankle anatomy.</a:t>
            </a:r>
            <a:endParaRPr>
              <a:solidFill>
                <a:srgbClr val="000000"/>
              </a:solidFill>
            </a:endParaRPr>
          </a:p>
          <a:p>
            <a:pPr indent="-342900" lvl="0" marL="457200" rtl="0" algn="l">
              <a:spcBef>
                <a:spcPts val="0"/>
              </a:spcBef>
              <a:spcAft>
                <a:spcPts val="0"/>
              </a:spcAft>
              <a:buClr>
                <a:srgbClr val="000000"/>
              </a:buClr>
              <a:buSzPts val="1800"/>
              <a:buChar char="•"/>
            </a:pPr>
            <a:r>
              <a:rPr lang="en-US">
                <a:solidFill>
                  <a:srgbClr val="000000"/>
                </a:solidFill>
              </a:rPr>
              <a:t>Dinosaurs lived on land, but they were not the only large land animals during the Mesozoic Era. Other reptiles, mammals, amphibians, and insects lived alongside them.</a:t>
            </a:r>
            <a:endParaRPr>
              <a:solidFill>
                <a:srgbClr val="000000"/>
              </a:solidFill>
            </a:endParaRPr>
          </a:p>
          <a:p>
            <a:pPr indent="0" lvl="0" marL="0" rtl="0" algn="l">
              <a:spcBef>
                <a:spcPts val="360"/>
              </a:spcBef>
              <a:spcAft>
                <a:spcPts val="0"/>
              </a:spcAft>
              <a:buNone/>
            </a:pPr>
            <a:r>
              <a:t/>
            </a:r>
            <a:endParaRPr>
              <a:solidFill>
                <a:srgbClr val="000000"/>
              </a:solidFill>
            </a:endParaRPr>
          </a:p>
          <a:p>
            <a:pPr indent="-342900" lvl="0" marL="457200" rtl="0" algn="l">
              <a:spcBef>
                <a:spcPts val="360"/>
              </a:spcBef>
              <a:spcAft>
                <a:spcPts val="0"/>
              </a:spcAft>
              <a:buClr>
                <a:srgbClr val="0000FF"/>
              </a:buClr>
              <a:buSzPts val="1800"/>
              <a:buChar char="•"/>
            </a:pPr>
            <a:r>
              <a:rPr lang="en-US">
                <a:solidFill>
                  <a:srgbClr val="0000FF"/>
                </a:solidFill>
              </a:rPr>
              <a:t>Los dinosaurios eran reptiles con una estructura específica de las caderas y las patas que les permitía mantenerse más erguidos que muchos otros reptiles. </a:t>
            </a:r>
            <a:endParaRPr>
              <a:solidFill>
                <a:srgbClr val="0000FF"/>
              </a:solidFill>
            </a:endParaRPr>
          </a:p>
          <a:p>
            <a:pPr indent="-342900" lvl="0" marL="457200" rtl="0" algn="l">
              <a:spcBef>
                <a:spcPts val="0"/>
              </a:spcBef>
              <a:spcAft>
                <a:spcPts val="0"/>
              </a:spcAft>
              <a:buClr>
                <a:srgbClr val="0000FF"/>
              </a:buClr>
              <a:buSzPts val="1800"/>
              <a:buChar char="•"/>
            </a:pPr>
            <a:r>
              <a:rPr lang="en-US">
                <a:solidFill>
                  <a:srgbClr val="0000FF"/>
                </a:solidFill>
              </a:rPr>
              <a:t>Una característica importante que diferencia a los dinosaurios de otros reptiles es la anatomía distintiva de sus caderas y tobillos. </a:t>
            </a:r>
            <a:endParaRPr>
              <a:solidFill>
                <a:srgbClr val="0000FF"/>
              </a:solidFill>
            </a:endParaRPr>
          </a:p>
          <a:p>
            <a:pPr indent="-342900" lvl="0" marL="457200" rtl="0" algn="l">
              <a:spcBef>
                <a:spcPts val="0"/>
              </a:spcBef>
              <a:spcAft>
                <a:spcPts val="0"/>
              </a:spcAft>
              <a:buClr>
                <a:srgbClr val="0000FF"/>
              </a:buClr>
              <a:buSzPts val="1800"/>
              <a:buChar char="•"/>
            </a:pPr>
            <a:r>
              <a:rPr lang="en-US">
                <a:solidFill>
                  <a:srgbClr val="0000FF"/>
                </a:solidFill>
              </a:rPr>
              <a:t>Los dinosaurios vivían en tierra, pero no eran los únicos animales terrestres grandes durante la Era Mesozoica. Otros reptiles, mamíferos, anfibios e insectos vivían junto a ellos.</a:t>
            </a:r>
            <a:endParaRPr>
              <a:solidFill>
                <a:srgbClr val="0000FF"/>
              </a:solidFill>
            </a:endParaRPr>
          </a:p>
        </p:txBody>
      </p:sp>
      <p:grpSp>
        <p:nvGrpSpPr>
          <p:cNvPr id="441" name="Google Shape;441;g3f74caaad3a_0_76"/>
          <p:cNvGrpSpPr/>
          <p:nvPr/>
        </p:nvGrpSpPr>
        <p:grpSpPr>
          <a:xfrm>
            <a:off x="11831627" y="2144425"/>
            <a:ext cx="5996781" cy="3803628"/>
            <a:chOff x="11115675" y="0"/>
            <a:chExt cx="7172325" cy="4549250"/>
          </a:xfrm>
        </p:grpSpPr>
        <p:pic>
          <p:nvPicPr>
            <p:cNvPr id="442" name="Google Shape;442;g3f74caaad3a_0_76" title="stance-upright-and-sprawling-comparison-two-column.jpg"/>
            <p:cNvPicPr preferRelativeResize="0"/>
            <p:nvPr/>
          </p:nvPicPr>
          <p:blipFill>
            <a:blip r:embed="rId3">
              <a:alphaModFix/>
            </a:blip>
            <a:stretch>
              <a:fillRect/>
            </a:stretch>
          </p:blipFill>
          <p:spPr>
            <a:xfrm>
              <a:off x="11115675" y="0"/>
              <a:ext cx="7172325" cy="4143375"/>
            </a:xfrm>
            <a:prstGeom prst="rect">
              <a:avLst/>
            </a:prstGeom>
            <a:noFill/>
            <a:ln>
              <a:noFill/>
            </a:ln>
          </p:spPr>
        </p:pic>
        <p:sp>
          <p:nvSpPr>
            <p:cNvPr id="443" name="Google Shape;443;g3f74caaad3a_0_76"/>
            <p:cNvSpPr txBox="1"/>
            <p:nvPr/>
          </p:nvSpPr>
          <p:spPr>
            <a:xfrm>
              <a:off x="11471425" y="3872150"/>
              <a:ext cx="2174100" cy="677100"/>
            </a:xfrm>
            <a:prstGeom prst="rect">
              <a:avLst/>
            </a:prstGeom>
            <a:noFill/>
            <a:ln>
              <a:noFill/>
            </a:ln>
          </p:spPr>
          <p:txBody>
            <a:bodyPr anchorCtr="0" anchor="ctr" bIns="76450" lIns="76450" spcFirstLastPara="1" rIns="76450" wrap="square" tIns="76450">
              <a:noAutofit/>
            </a:bodyPr>
            <a:lstStyle/>
            <a:p>
              <a:pPr indent="0" lvl="0" marL="0" rtl="0" algn="ctr">
                <a:spcBef>
                  <a:spcPts val="0"/>
                </a:spcBef>
                <a:spcAft>
                  <a:spcPts val="0"/>
                </a:spcAft>
                <a:buNone/>
              </a:pPr>
              <a:r>
                <a:rPr lang="en-US" sz="2676">
                  <a:solidFill>
                    <a:schemeClr val="dk1"/>
                  </a:solidFill>
                  <a:latin typeface="Calibri"/>
                  <a:ea typeface="Calibri"/>
                  <a:cs typeface="Calibri"/>
                  <a:sym typeface="Calibri"/>
                </a:rPr>
                <a:t>Dinosaurs</a:t>
              </a:r>
              <a:endParaRPr sz="2676">
                <a:solidFill>
                  <a:schemeClr val="dk1"/>
                </a:solidFill>
                <a:latin typeface="Calibri"/>
                <a:ea typeface="Calibri"/>
                <a:cs typeface="Calibri"/>
                <a:sym typeface="Calibri"/>
              </a:endParaRPr>
            </a:p>
          </p:txBody>
        </p:sp>
        <p:sp>
          <p:nvSpPr>
            <p:cNvPr id="444" name="Google Shape;444;g3f74caaad3a_0_76"/>
            <p:cNvSpPr txBox="1"/>
            <p:nvPr/>
          </p:nvSpPr>
          <p:spPr>
            <a:xfrm>
              <a:off x="14916175" y="2989225"/>
              <a:ext cx="2174100" cy="677100"/>
            </a:xfrm>
            <a:prstGeom prst="rect">
              <a:avLst/>
            </a:prstGeom>
            <a:noFill/>
            <a:ln>
              <a:noFill/>
            </a:ln>
          </p:spPr>
          <p:txBody>
            <a:bodyPr anchorCtr="0" anchor="ctr" bIns="76450" lIns="76450" spcFirstLastPara="1" rIns="76450" wrap="square" tIns="76450">
              <a:noAutofit/>
            </a:bodyPr>
            <a:lstStyle/>
            <a:p>
              <a:pPr indent="0" lvl="0" marL="0" rtl="0" algn="ctr">
                <a:spcBef>
                  <a:spcPts val="0"/>
                </a:spcBef>
                <a:spcAft>
                  <a:spcPts val="0"/>
                </a:spcAft>
                <a:buNone/>
              </a:pPr>
              <a:r>
                <a:rPr lang="en-US" sz="2676">
                  <a:solidFill>
                    <a:schemeClr val="dk1"/>
                  </a:solidFill>
                  <a:latin typeface="Calibri"/>
                  <a:ea typeface="Calibri"/>
                  <a:cs typeface="Calibri"/>
                  <a:sym typeface="Calibri"/>
                </a:rPr>
                <a:t>Reptiles</a:t>
              </a:r>
              <a:endParaRPr sz="2676">
                <a:solidFill>
                  <a:schemeClr val="dk1"/>
                </a:solidFill>
                <a:latin typeface="Calibri"/>
                <a:ea typeface="Calibri"/>
                <a:cs typeface="Calibri"/>
                <a:sym typeface="Calibri"/>
              </a:endParaRPr>
            </a:p>
          </p:txBody>
        </p:sp>
      </p:grpSp>
      <p:pic>
        <p:nvPicPr>
          <p:cNvPr id="445" name="Google Shape;445;g3f74caaad3a_0_76" title="Some_image.width-800.2f8d8d6.jpg"/>
          <p:cNvPicPr preferRelativeResize="0"/>
          <p:nvPr/>
        </p:nvPicPr>
        <p:blipFill>
          <a:blip r:embed="rId4">
            <a:alphaModFix/>
          </a:blip>
          <a:stretch>
            <a:fillRect/>
          </a:stretch>
        </p:blipFill>
        <p:spPr>
          <a:xfrm>
            <a:off x="11305750" y="5948050"/>
            <a:ext cx="6982250" cy="4338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f74caaad3a_0_91"/>
          <p:cNvSpPr txBox="1"/>
          <p:nvPr>
            <p:ph type="title"/>
          </p:nvPr>
        </p:nvSpPr>
        <p:spPr>
          <a:xfrm>
            <a:off x="457200" y="218437"/>
            <a:ext cx="17371200" cy="11430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990"/>
              <a:buNone/>
            </a:pPr>
            <a:r>
              <a:rPr b="1" lang="en-US" sz="4150">
                <a:latin typeface="Arial"/>
                <a:ea typeface="Arial"/>
                <a:cs typeface="Arial"/>
                <a:sym typeface="Arial"/>
              </a:rPr>
              <a:t>Why has no astronaut gone to the dark side of the moon? </a:t>
            </a:r>
            <a:endParaRPr b="1" sz="4150">
              <a:latin typeface="Arial"/>
              <a:ea typeface="Arial"/>
              <a:cs typeface="Arial"/>
              <a:sym typeface="Arial"/>
            </a:endParaRPr>
          </a:p>
          <a:p>
            <a:pPr indent="0" lvl="0" marL="0" rtl="0" algn="l">
              <a:lnSpc>
                <a:spcPct val="115000"/>
              </a:lnSpc>
              <a:spcBef>
                <a:spcPts val="0"/>
              </a:spcBef>
              <a:spcAft>
                <a:spcPts val="0"/>
              </a:spcAft>
              <a:buClr>
                <a:schemeClr val="dk1"/>
              </a:buClr>
              <a:buSzPts val="990"/>
              <a:buFont typeface="Arial"/>
              <a:buNone/>
            </a:pPr>
            <a:r>
              <a:rPr b="1" lang="en-US" sz="3790">
                <a:solidFill>
                  <a:schemeClr val="hlink"/>
                </a:solidFill>
                <a:latin typeface="Arial"/>
                <a:ea typeface="Arial"/>
                <a:cs typeface="Arial"/>
                <a:sym typeface="Arial"/>
              </a:rPr>
              <a:t>¿Por qué ningún astronauta ha ido al lado oscuro de la luna?</a:t>
            </a:r>
            <a:endParaRPr sz="5860"/>
          </a:p>
        </p:txBody>
      </p:sp>
      <p:sp>
        <p:nvSpPr>
          <p:cNvPr id="452" name="Google Shape;452;g3f74caaad3a_0_91"/>
          <p:cNvSpPr txBox="1"/>
          <p:nvPr>
            <p:ph idx="1" type="body"/>
          </p:nvPr>
        </p:nvSpPr>
        <p:spPr>
          <a:xfrm>
            <a:off x="457200" y="1600200"/>
            <a:ext cx="9950400" cy="8686800"/>
          </a:xfrm>
          <a:prstGeom prst="rect">
            <a:avLst/>
          </a:prstGeom>
        </p:spPr>
        <p:txBody>
          <a:bodyPr anchorCtr="0" anchor="t" bIns="45700" lIns="91425" spcFirstLastPara="1" rIns="91425" wrap="square" tIns="45700">
            <a:normAutofit fontScale="92500" lnSpcReduction="20000"/>
          </a:bodyPr>
          <a:lstStyle/>
          <a:p>
            <a:pPr indent="-416878" lvl="0" marL="457200" rtl="0" algn="l">
              <a:spcBef>
                <a:spcPts val="360"/>
              </a:spcBef>
              <a:spcAft>
                <a:spcPts val="0"/>
              </a:spcAft>
              <a:buClr>
                <a:srgbClr val="000000"/>
              </a:buClr>
              <a:buSzPct val="100169"/>
              <a:buChar char="•"/>
            </a:pPr>
            <a:r>
              <a:rPr lang="en-US">
                <a:solidFill>
                  <a:srgbClr val="000000"/>
                </a:solidFill>
              </a:rPr>
              <a:t>The Moon is tidally locked with Earth, meaning the same side generally faces Earth while the other side faces away from us.</a:t>
            </a:r>
            <a:endParaRPr>
              <a:solidFill>
                <a:srgbClr val="000000"/>
              </a:solidFill>
            </a:endParaRPr>
          </a:p>
          <a:p>
            <a:pPr indent="-416878" lvl="0" marL="457200" rtl="0" algn="l">
              <a:spcBef>
                <a:spcPts val="0"/>
              </a:spcBef>
              <a:spcAft>
                <a:spcPts val="0"/>
              </a:spcAft>
              <a:buClr>
                <a:srgbClr val="000000"/>
              </a:buClr>
              <a:buSzPct val="100169"/>
              <a:buChar char="•"/>
            </a:pPr>
            <a:r>
              <a:rPr lang="en-US">
                <a:solidFill>
                  <a:srgbClr val="000000"/>
                </a:solidFill>
              </a:rPr>
              <a:t>The far side is difficult to communicate with because the Moon blocks direct radio signals between it and Earth.</a:t>
            </a:r>
            <a:endParaRPr>
              <a:solidFill>
                <a:srgbClr val="000000"/>
              </a:solidFill>
            </a:endParaRPr>
          </a:p>
          <a:p>
            <a:pPr indent="-416878" lvl="0" marL="457200" rtl="0" algn="l">
              <a:spcBef>
                <a:spcPts val="0"/>
              </a:spcBef>
              <a:spcAft>
                <a:spcPts val="0"/>
              </a:spcAft>
              <a:buClr>
                <a:srgbClr val="000000"/>
              </a:buClr>
              <a:buSzPct val="100169"/>
              <a:buChar char="•"/>
            </a:pPr>
            <a:r>
              <a:rPr lang="en-US">
                <a:solidFill>
                  <a:srgbClr val="000000"/>
                </a:solidFill>
              </a:rPr>
              <a:t>Human missions have focused on areas of the Moon that are easier to communicate with and have been more practical for earlier missions. </a:t>
            </a:r>
            <a:endParaRPr>
              <a:solidFill>
                <a:srgbClr val="000000"/>
              </a:solidFill>
            </a:endParaRPr>
          </a:p>
          <a:p>
            <a:pPr indent="-416878" lvl="0" marL="457200" rtl="0" algn="l">
              <a:spcBef>
                <a:spcPts val="0"/>
              </a:spcBef>
              <a:spcAft>
                <a:spcPts val="0"/>
              </a:spcAft>
              <a:buClr>
                <a:srgbClr val="000000"/>
              </a:buClr>
              <a:buSzPct val="100169"/>
              <a:buChar char="•"/>
            </a:pPr>
            <a:r>
              <a:rPr lang="en-US">
                <a:solidFill>
                  <a:srgbClr val="000000"/>
                </a:solidFill>
              </a:rPr>
              <a:t>No human has yet landed on the far side, although future missions could potentially send astronauts there.</a:t>
            </a:r>
            <a:endParaRPr>
              <a:solidFill>
                <a:srgbClr val="000000"/>
              </a:solidFill>
            </a:endParaRPr>
          </a:p>
          <a:p>
            <a:pPr indent="0" lvl="0" marL="0" rtl="0" algn="l">
              <a:spcBef>
                <a:spcPts val="360"/>
              </a:spcBef>
              <a:spcAft>
                <a:spcPts val="0"/>
              </a:spcAft>
              <a:buNone/>
            </a:pPr>
            <a:r>
              <a:t/>
            </a:r>
            <a:endParaRPr/>
          </a:p>
          <a:p>
            <a:pPr indent="-416878" lvl="0" marL="457200" rtl="0" algn="l">
              <a:spcBef>
                <a:spcPts val="360"/>
              </a:spcBef>
              <a:spcAft>
                <a:spcPts val="0"/>
              </a:spcAft>
              <a:buClr>
                <a:srgbClr val="0000FF"/>
              </a:buClr>
              <a:buSzPct val="100169"/>
              <a:buChar char="•"/>
            </a:pPr>
            <a:r>
              <a:rPr lang="en-US">
                <a:solidFill>
                  <a:srgbClr val="0000FF"/>
                </a:solidFill>
              </a:rPr>
              <a:t>La Luna siempre da la misma cara a la Tierra, por lo que un lado mira hacia nosotros y el otro queda del lado opuesto. </a:t>
            </a:r>
            <a:endParaRPr>
              <a:solidFill>
                <a:srgbClr val="0000FF"/>
              </a:solidFill>
            </a:endParaRPr>
          </a:p>
          <a:p>
            <a:pPr indent="-416878" lvl="0" marL="457200" rtl="0" algn="l">
              <a:spcBef>
                <a:spcPts val="0"/>
              </a:spcBef>
              <a:spcAft>
                <a:spcPts val="0"/>
              </a:spcAft>
              <a:buClr>
                <a:srgbClr val="0000FF"/>
              </a:buClr>
              <a:buSzPct val="100169"/>
              <a:buChar char="•"/>
            </a:pPr>
            <a:r>
              <a:rPr lang="en-US">
                <a:solidFill>
                  <a:srgbClr val="0000FF"/>
                </a:solidFill>
              </a:rPr>
              <a:t>Es difícil comunicarse con el lado lejano porque la Luna bloquea las señales de radio directas entre ese lado y la Tierra.</a:t>
            </a:r>
            <a:endParaRPr>
              <a:solidFill>
                <a:srgbClr val="0000FF"/>
              </a:solidFill>
            </a:endParaRPr>
          </a:p>
          <a:p>
            <a:pPr indent="-416878" lvl="0" marL="457200" rtl="0" algn="l">
              <a:spcBef>
                <a:spcPts val="0"/>
              </a:spcBef>
              <a:spcAft>
                <a:spcPts val="0"/>
              </a:spcAft>
              <a:buClr>
                <a:srgbClr val="0000FF"/>
              </a:buClr>
              <a:buSzPct val="100169"/>
              <a:buChar char="•"/>
            </a:pPr>
            <a:r>
              <a:rPr lang="en-US">
                <a:solidFill>
                  <a:srgbClr val="0000FF"/>
                </a:solidFill>
              </a:rPr>
              <a:t>Las misiones tripuladas se han enfocado en zonas de la Luna con las que es más fácil comunicarse y que resultaban más prácticas para las misiones anteriores.</a:t>
            </a:r>
            <a:endParaRPr>
              <a:solidFill>
                <a:srgbClr val="0000FF"/>
              </a:solidFill>
            </a:endParaRPr>
          </a:p>
          <a:p>
            <a:pPr indent="-416878" lvl="0" marL="457200" rtl="0" algn="l">
              <a:spcBef>
                <a:spcPts val="0"/>
              </a:spcBef>
              <a:spcAft>
                <a:spcPts val="0"/>
              </a:spcAft>
              <a:buClr>
                <a:srgbClr val="0000FF"/>
              </a:buClr>
              <a:buSzPct val="100169"/>
              <a:buChar char="•"/>
            </a:pPr>
            <a:r>
              <a:rPr lang="en-US">
                <a:solidFill>
                  <a:srgbClr val="0000FF"/>
                </a:solidFill>
              </a:rPr>
              <a:t>Ningún ser humano ha aterrizado todavía en el lado lejano de la Luna, aunque futuras misiones podrían enviar astronautas allí.</a:t>
            </a:r>
            <a:endParaRPr>
              <a:solidFill>
                <a:srgbClr val="0000FF"/>
              </a:solidFill>
            </a:endParaRPr>
          </a:p>
        </p:txBody>
      </p:sp>
      <p:grpSp>
        <p:nvGrpSpPr>
          <p:cNvPr id="453" name="Google Shape;453;g3f74caaad3a_0_91"/>
          <p:cNvGrpSpPr/>
          <p:nvPr/>
        </p:nvGrpSpPr>
        <p:grpSpPr>
          <a:xfrm>
            <a:off x="10958025" y="1706125"/>
            <a:ext cx="5486400" cy="5689500"/>
            <a:chOff x="10958025" y="1706125"/>
            <a:chExt cx="5486400" cy="5689500"/>
          </a:xfrm>
        </p:grpSpPr>
        <p:pic>
          <p:nvPicPr>
            <p:cNvPr id="454" name="Google Shape;454;g3f74caaad3a_0_91" title="images.jpg"/>
            <p:cNvPicPr preferRelativeResize="0"/>
            <p:nvPr/>
          </p:nvPicPr>
          <p:blipFill>
            <a:blip r:embed="rId3">
              <a:alphaModFix/>
            </a:blip>
            <a:stretch>
              <a:fillRect/>
            </a:stretch>
          </p:blipFill>
          <p:spPr>
            <a:xfrm>
              <a:off x="10958025" y="1706125"/>
              <a:ext cx="5486400" cy="3657600"/>
            </a:xfrm>
            <a:prstGeom prst="rect">
              <a:avLst/>
            </a:prstGeom>
            <a:noFill/>
            <a:ln>
              <a:noFill/>
            </a:ln>
          </p:spPr>
        </p:pic>
        <p:sp>
          <p:nvSpPr>
            <p:cNvPr id="455" name="Google Shape;455;g3f74caaad3a_0_91"/>
            <p:cNvSpPr txBox="1"/>
            <p:nvPr/>
          </p:nvSpPr>
          <p:spPr>
            <a:xfrm>
              <a:off x="10958025" y="5363725"/>
              <a:ext cx="54864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Calibri"/>
                  <a:ea typeface="Calibri"/>
                  <a:cs typeface="Calibri"/>
                  <a:sym typeface="Calibri"/>
                </a:rPr>
                <a:t>In april 2026, the </a:t>
              </a:r>
              <a:r>
                <a:rPr lang="en-US" sz="2400">
                  <a:solidFill>
                    <a:schemeClr val="dk1"/>
                  </a:solidFill>
                  <a:latin typeface="Calibri"/>
                  <a:ea typeface="Calibri"/>
                  <a:cs typeface="Calibri"/>
                  <a:sym typeface="Calibri"/>
                </a:rPr>
                <a:t>artemis</a:t>
              </a:r>
              <a:r>
                <a:rPr lang="en-US" sz="2400">
                  <a:solidFill>
                    <a:schemeClr val="dk1"/>
                  </a:solidFill>
                  <a:latin typeface="Calibri"/>
                  <a:ea typeface="Calibri"/>
                  <a:cs typeface="Calibri"/>
                  <a:sym typeface="Calibri"/>
                </a:rPr>
                <a:t> 2 crew flew behind the moon for 40 minutes.</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rgbClr val="0000FF"/>
                  </a:solidFill>
                  <a:latin typeface="Calibri"/>
                  <a:ea typeface="Calibri"/>
                  <a:cs typeface="Calibri"/>
                  <a:sym typeface="Calibri"/>
                </a:rPr>
                <a:t>En abril de 2026, la tripulación de Artemis II voló detrás de la Luna durante 40 minutos.</a:t>
              </a:r>
              <a:endParaRPr sz="2400">
                <a:solidFill>
                  <a:srgbClr val="0000FF"/>
                </a:solidFill>
                <a:latin typeface="Calibri"/>
                <a:ea typeface="Calibri"/>
                <a:cs typeface="Calibri"/>
                <a:sym typeface="Calibri"/>
              </a:endParaRPr>
            </a:p>
          </p:txBody>
        </p:sp>
      </p:grpSp>
      <p:pic>
        <p:nvPicPr>
          <p:cNvPr id="456" name="Google Shape;456;g3f74caaad3a_0_91" title="ca-times.brightspotcdn.jpg"/>
          <p:cNvPicPr preferRelativeResize="0"/>
          <p:nvPr/>
        </p:nvPicPr>
        <p:blipFill>
          <a:blip r:embed="rId4">
            <a:alphaModFix/>
          </a:blip>
          <a:stretch>
            <a:fillRect/>
          </a:stretch>
        </p:blipFill>
        <p:spPr>
          <a:xfrm>
            <a:off x="12922750" y="7017375"/>
            <a:ext cx="4905650" cy="32696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60" name="Shape 460"/>
        <p:cNvGrpSpPr/>
        <p:nvPr/>
      </p:nvGrpSpPr>
      <p:grpSpPr>
        <a:xfrm>
          <a:off x="0" y="0"/>
          <a:ext cx="0" cy="0"/>
          <a:chOff x="0" y="0"/>
          <a:chExt cx="0" cy="0"/>
        </a:xfrm>
      </p:grpSpPr>
      <p:sp>
        <p:nvSpPr>
          <p:cNvPr id="461" name="Google Shape;461;p1"/>
          <p:cNvSpPr/>
          <p:nvPr/>
        </p:nvSpPr>
        <p:spPr>
          <a:xfrm>
            <a:off x="2633292" y="7686068"/>
            <a:ext cx="12533531" cy="6882048"/>
          </a:xfrm>
          <a:custGeom>
            <a:rect b="b" l="l" r="r" t="t"/>
            <a:pathLst>
              <a:path extrusionOk="0" h="6882048" w="12533531">
                <a:moveTo>
                  <a:pt x="0" y="0"/>
                </a:moveTo>
                <a:lnTo>
                  <a:pt x="12533531" y="0"/>
                </a:lnTo>
                <a:lnTo>
                  <a:pt x="12533531" y="6882048"/>
                </a:lnTo>
                <a:lnTo>
                  <a:pt x="0" y="6882048"/>
                </a:lnTo>
                <a:lnTo>
                  <a:pt x="0" y="0"/>
                </a:lnTo>
                <a:close/>
              </a:path>
            </a:pathLst>
          </a:custGeom>
          <a:blipFill rotWithShape="1">
            <a:blip r:embed="rId3">
              <a:alphaModFix/>
            </a:blip>
            <a:stretch>
              <a:fillRect b="0" l="0" r="0" t="0"/>
            </a:stretch>
          </a:blipFill>
          <a:ln>
            <a:noFill/>
          </a:ln>
        </p:spPr>
      </p:sp>
      <p:sp>
        <p:nvSpPr>
          <p:cNvPr id="462" name="Google Shape;462;p1"/>
          <p:cNvSpPr/>
          <p:nvPr/>
        </p:nvSpPr>
        <p:spPr>
          <a:xfrm rot="-708146">
            <a:off x="513135" y="8041459"/>
            <a:ext cx="1336675" cy="2131560"/>
          </a:xfrm>
          <a:custGeom>
            <a:rect b="b" l="l" r="r" t="t"/>
            <a:pathLst>
              <a:path extrusionOk="0" h="3433927" w="1952859">
                <a:moveTo>
                  <a:pt x="0" y="0"/>
                </a:moveTo>
                <a:lnTo>
                  <a:pt x="1952859" y="0"/>
                </a:lnTo>
                <a:lnTo>
                  <a:pt x="1952859" y="3433927"/>
                </a:lnTo>
                <a:lnTo>
                  <a:pt x="0" y="3433927"/>
                </a:lnTo>
                <a:lnTo>
                  <a:pt x="0" y="0"/>
                </a:lnTo>
                <a:close/>
              </a:path>
            </a:pathLst>
          </a:custGeom>
          <a:blipFill rotWithShape="1">
            <a:blip r:embed="rId4">
              <a:alphaModFix/>
            </a:blip>
            <a:stretch>
              <a:fillRect b="0" l="0" r="0" t="0"/>
            </a:stretch>
          </a:blipFill>
          <a:ln>
            <a:noFill/>
          </a:ln>
        </p:spPr>
      </p:sp>
      <p:sp>
        <p:nvSpPr>
          <p:cNvPr id="463" name="Google Shape;463;p1"/>
          <p:cNvSpPr/>
          <p:nvPr/>
        </p:nvSpPr>
        <p:spPr>
          <a:xfrm flipH="1" rot="10800000">
            <a:off x="2459767" y="-4369600"/>
            <a:ext cx="12533531" cy="6882048"/>
          </a:xfrm>
          <a:custGeom>
            <a:rect b="b" l="l" r="r" t="t"/>
            <a:pathLst>
              <a:path extrusionOk="0" h="6882048" w="12533531">
                <a:moveTo>
                  <a:pt x="0" y="6882049"/>
                </a:moveTo>
                <a:lnTo>
                  <a:pt x="12533531" y="6882049"/>
                </a:lnTo>
                <a:lnTo>
                  <a:pt x="12533531" y="0"/>
                </a:lnTo>
                <a:lnTo>
                  <a:pt x="0" y="0"/>
                </a:lnTo>
                <a:lnTo>
                  <a:pt x="0" y="6882049"/>
                </a:lnTo>
                <a:close/>
              </a:path>
            </a:pathLst>
          </a:custGeom>
          <a:blipFill rotWithShape="1">
            <a:blip r:embed="rId3">
              <a:alphaModFix/>
            </a:blip>
            <a:stretch>
              <a:fillRect b="0" l="0" r="0" t="0"/>
            </a:stretch>
          </a:blipFill>
          <a:ln>
            <a:noFill/>
          </a:ln>
        </p:spPr>
      </p:sp>
      <p:sp>
        <p:nvSpPr>
          <p:cNvPr id="464" name="Google Shape;464;p1"/>
          <p:cNvSpPr/>
          <p:nvPr/>
        </p:nvSpPr>
        <p:spPr>
          <a:xfrm rot="1549260">
            <a:off x="15985434" y="6674056"/>
            <a:ext cx="2032413" cy="2922199"/>
          </a:xfrm>
          <a:custGeom>
            <a:rect b="b" l="l" r="r" t="t"/>
            <a:pathLst>
              <a:path extrusionOk="0" h="2997117" w="1967199">
                <a:moveTo>
                  <a:pt x="0" y="0"/>
                </a:moveTo>
                <a:lnTo>
                  <a:pt x="1967199" y="0"/>
                </a:lnTo>
                <a:lnTo>
                  <a:pt x="1967199" y="2997117"/>
                </a:lnTo>
                <a:lnTo>
                  <a:pt x="0" y="2997117"/>
                </a:lnTo>
                <a:lnTo>
                  <a:pt x="0" y="0"/>
                </a:lnTo>
                <a:close/>
              </a:path>
            </a:pathLst>
          </a:custGeom>
          <a:blipFill rotWithShape="1">
            <a:blip r:embed="rId5">
              <a:alphaModFix/>
            </a:blip>
            <a:stretch>
              <a:fillRect b="0" l="0" r="0" t="0"/>
            </a:stretch>
          </a:blipFill>
          <a:ln>
            <a:noFill/>
          </a:ln>
        </p:spPr>
      </p:sp>
      <p:sp>
        <p:nvSpPr>
          <p:cNvPr id="465" name="Google Shape;465;p1"/>
          <p:cNvSpPr/>
          <p:nvPr/>
        </p:nvSpPr>
        <p:spPr>
          <a:xfrm>
            <a:off x="14713040" y="1028700"/>
            <a:ext cx="800642" cy="917462"/>
          </a:xfrm>
          <a:custGeom>
            <a:rect b="b" l="l" r="r" t="t"/>
            <a:pathLst>
              <a:path extrusionOk="0" h="917462" w="800642">
                <a:moveTo>
                  <a:pt x="0" y="0"/>
                </a:moveTo>
                <a:lnTo>
                  <a:pt x="800642" y="0"/>
                </a:lnTo>
                <a:lnTo>
                  <a:pt x="800642" y="917462"/>
                </a:lnTo>
                <a:lnTo>
                  <a:pt x="0" y="917462"/>
                </a:lnTo>
                <a:lnTo>
                  <a:pt x="0" y="0"/>
                </a:lnTo>
                <a:close/>
              </a:path>
            </a:pathLst>
          </a:custGeom>
          <a:blipFill rotWithShape="1">
            <a:blip r:embed="rId6">
              <a:alphaModFix/>
            </a:blip>
            <a:stretch>
              <a:fillRect b="0" l="0" r="0" t="0"/>
            </a:stretch>
          </a:blipFill>
          <a:ln>
            <a:noFill/>
          </a:ln>
        </p:spPr>
      </p:sp>
      <p:sp>
        <p:nvSpPr>
          <p:cNvPr id="466" name="Google Shape;466;p1"/>
          <p:cNvSpPr/>
          <p:nvPr/>
        </p:nvSpPr>
        <p:spPr>
          <a:xfrm flipH="1" rot="3034774">
            <a:off x="-2380208" y="-1558718"/>
            <a:ext cx="4954383" cy="4801248"/>
          </a:xfrm>
          <a:custGeom>
            <a:rect b="b" l="l" r="r" t="t"/>
            <a:pathLst>
              <a:path extrusionOk="0" h="4801293" w="4954429">
                <a:moveTo>
                  <a:pt x="4954430" y="0"/>
                </a:moveTo>
                <a:lnTo>
                  <a:pt x="0" y="0"/>
                </a:lnTo>
                <a:lnTo>
                  <a:pt x="0" y="4801293"/>
                </a:lnTo>
                <a:lnTo>
                  <a:pt x="4954430" y="4801293"/>
                </a:lnTo>
                <a:lnTo>
                  <a:pt x="4954430" y="0"/>
                </a:lnTo>
                <a:close/>
              </a:path>
            </a:pathLst>
          </a:custGeom>
          <a:blipFill rotWithShape="1">
            <a:blip r:embed="rId7">
              <a:alphaModFix/>
            </a:blip>
            <a:stretch>
              <a:fillRect b="0" l="0" r="0" t="0"/>
            </a:stretch>
          </a:blipFill>
          <a:ln>
            <a:noFill/>
          </a:ln>
        </p:spPr>
      </p:sp>
      <p:sp>
        <p:nvSpPr>
          <p:cNvPr id="467" name="Google Shape;467;p1"/>
          <p:cNvSpPr/>
          <p:nvPr/>
        </p:nvSpPr>
        <p:spPr>
          <a:xfrm>
            <a:off x="2756235" y="911916"/>
            <a:ext cx="768281" cy="880380"/>
          </a:xfrm>
          <a:custGeom>
            <a:rect b="b" l="l" r="r" t="t"/>
            <a:pathLst>
              <a:path extrusionOk="0" h="880380" w="768281">
                <a:moveTo>
                  <a:pt x="0" y="0"/>
                </a:moveTo>
                <a:lnTo>
                  <a:pt x="768282" y="0"/>
                </a:lnTo>
                <a:lnTo>
                  <a:pt x="768282" y="880380"/>
                </a:lnTo>
                <a:lnTo>
                  <a:pt x="0" y="880380"/>
                </a:lnTo>
                <a:lnTo>
                  <a:pt x="0" y="0"/>
                </a:lnTo>
                <a:close/>
              </a:path>
            </a:pathLst>
          </a:custGeom>
          <a:blipFill rotWithShape="1">
            <a:blip r:embed="rId6">
              <a:alphaModFix/>
            </a:blip>
            <a:stretch>
              <a:fillRect b="0" l="0" r="0" t="0"/>
            </a:stretch>
          </a:blipFill>
          <a:ln>
            <a:noFill/>
          </a:ln>
        </p:spPr>
      </p:sp>
      <p:sp>
        <p:nvSpPr>
          <p:cNvPr id="468" name="Google Shape;468;p1"/>
          <p:cNvSpPr/>
          <p:nvPr/>
        </p:nvSpPr>
        <p:spPr>
          <a:xfrm>
            <a:off x="2456915" y="7686077"/>
            <a:ext cx="753212" cy="863112"/>
          </a:xfrm>
          <a:custGeom>
            <a:rect b="b" l="l" r="r" t="t"/>
            <a:pathLst>
              <a:path extrusionOk="0" h="863112" w="753212">
                <a:moveTo>
                  <a:pt x="0" y="0"/>
                </a:moveTo>
                <a:lnTo>
                  <a:pt x="753212" y="0"/>
                </a:lnTo>
                <a:lnTo>
                  <a:pt x="753212" y="863112"/>
                </a:lnTo>
                <a:lnTo>
                  <a:pt x="0" y="863112"/>
                </a:lnTo>
                <a:lnTo>
                  <a:pt x="0" y="0"/>
                </a:lnTo>
                <a:close/>
              </a:path>
            </a:pathLst>
          </a:custGeom>
          <a:blipFill rotWithShape="1">
            <a:blip r:embed="rId6">
              <a:alphaModFix/>
            </a:blip>
            <a:stretch>
              <a:fillRect b="0" l="0" r="0" t="0"/>
            </a:stretch>
          </a:blipFill>
          <a:ln>
            <a:noFill/>
          </a:ln>
        </p:spPr>
      </p:sp>
      <p:sp>
        <p:nvSpPr>
          <p:cNvPr id="469" name="Google Shape;469;p1"/>
          <p:cNvSpPr/>
          <p:nvPr/>
        </p:nvSpPr>
        <p:spPr>
          <a:xfrm rot="3478766">
            <a:off x="16216135" y="13125"/>
            <a:ext cx="1204436" cy="2117892"/>
          </a:xfrm>
          <a:custGeom>
            <a:rect b="b" l="l" r="r" t="t"/>
            <a:pathLst>
              <a:path extrusionOk="0" h="2118786" w="1204944">
                <a:moveTo>
                  <a:pt x="0" y="0"/>
                </a:moveTo>
                <a:lnTo>
                  <a:pt x="1204944" y="0"/>
                </a:lnTo>
                <a:lnTo>
                  <a:pt x="1204944" y="2118786"/>
                </a:lnTo>
                <a:lnTo>
                  <a:pt x="0" y="2118786"/>
                </a:lnTo>
                <a:lnTo>
                  <a:pt x="0" y="0"/>
                </a:lnTo>
                <a:close/>
              </a:path>
            </a:pathLst>
          </a:custGeom>
          <a:blipFill rotWithShape="1">
            <a:blip r:embed="rId4">
              <a:alphaModFix/>
            </a:blip>
            <a:stretch>
              <a:fillRect b="0" l="0" r="0" t="0"/>
            </a:stretch>
          </a:blipFill>
          <a:ln>
            <a:noFill/>
          </a:ln>
        </p:spPr>
      </p:sp>
      <p:sp>
        <p:nvSpPr>
          <p:cNvPr id="470" name="Google Shape;470;p1"/>
          <p:cNvSpPr/>
          <p:nvPr/>
        </p:nvSpPr>
        <p:spPr>
          <a:xfrm>
            <a:off x="17282290" y="9591361"/>
            <a:ext cx="753212" cy="863112"/>
          </a:xfrm>
          <a:custGeom>
            <a:rect b="b" l="l" r="r" t="t"/>
            <a:pathLst>
              <a:path extrusionOk="0" h="863112" w="753212">
                <a:moveTo>
                  <a:pt x="0" y="0"/>
                </a:moveTo>
                <a:lnTo>
                  <a:pt x="753212" y="0"/>
                </a:lnTo>
                <a:lnTo>
                  <a:pt x="753212" y="863112"/>
                </a:lnTo>
                <a:lnTo>
                  <a:pt x="0" y="863112"/>
                </a:lnTo>
                <a:lnTo>
                  <a:pt x="0" y="0"/>
                </a:lnTo>
                <a:close/>
              </a:path>
            </a:pathLst>
          </a:custGeom>
          <a:blipFill rotWithShape="1">
            <a:blip r:embed="rId6">
              <a:alphaModFix/>
            </a:blip>
            <a:stretch>
              <a:fillRect b="0" l="0" r="0" t="0"/>
            </a:stretch>
          </a:blipFill>
          <a:ln>
            <a:noFill/>
          </a:ln>
        </p:spPr>
      </p:sp>
      <p:sp>
        <p:nvSpPr>
          <p:cNvPr id="471" name="Google Shape;471;p1"/>
          <p:cNvSpPr txBox="1"/>
          <p:nvPr/>
        </p:nvSpPr>
        <p:spPr>
          <a:xfrm>
            <a:off x="154200" y="3429000"/>
            <a:ext cx="17979600" cy="427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Clr>
                <a:srgbClr val="000000"/>
              </a:buClr>
              <a:buSzPts val="7314"/>
              <a:buFont typeface="Arial"/>
              <a:buNone/>
            </a:pPr>
            <a:r>
              <a:rPr b="1" i="0" lang="en-US" sz="7314" u="none" cap="none" strike="noStrike">
                <a:solidFill>
                  <a:srgbClr val="136447"/>
                </a:solidFill>
                <a:latin typeface="Arial"/>
                <a:ea typeface="Arial"/>
                <a:cs typeface="Arial"/>
                <a:sym typeface="Arial"/>
              </a:rPr>
              <a:t>THE BIOLOGICAL BASIS OF BEHAVIOR</a:t>
            </a:r>
            <a:endParaRPr b="1" i="0" sz="7314" u="none" cap="none" strike="noStrike">
              <a:solidFill>
                <a:srgbClr val="136447"/>
              </a:solidFill>
              <a:latin typeface="Arial"/>
              <a:ea typeface="Arial"/>
              <a:cs typeface="Arial"/>
              <a:sym typeface="Arial"/>
            </a:endParaRPr>
          </a:p>
          <a:p>
            <a:pPr indent="0" lvl="0" marL="0" marR="0" rtl="0" algn="ctr">
              <a:lnSpc>
                <a:spcPct val="140002"/>
              </a:lnSpc>
              <a:spcBef>
                <a:spcPts val="0"/>
              </a:spcBef>
              <a:spcAft>
                <a:spcPts val="0"/>
              </a:spcAft>
              <a:buClr>
                <a:srgbClr val="000000"/>
              </a:buClr>
              <a:buSzPts val="7314"/>
              <a:buFont typeface="Arial"/>
              <a:buNone/>
            </a:pPr>
            <a:r>
              <a:rPr b="1" i="0" lang="en-US" sz="7314" u="none" cap="none" strike="noStrike">
                <a:solidFill>
                  <a:srgbClr val="0000FF"/>
                </a:solidFill>
                <a:latin typeface="Arial"/>
                <a:ea typeface="Arial"/>
                <a:cs typeface="Arial"/>
                <a:sym typeface="Arial"/>
              </a:rPr>
              <a:t>LA BASES BIOLÓGICAS DEL COMPORTAMIENTO</a:t>
            </a:r>
            <a:endParaRPr b="1" i="0" sz="7314" u="none" cap="none" strike="noStrike">
              <a:solidFill>
                <a:srgbClr val="0000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79" name="Shape 479"/>
        <p:cNvGrpSpPr/>
        <p:nvPr/>
      </p:nvGrpSpPr>
      <p:grpSpPr>
        <a:xfrm>
          <a:off x="0" y="0"/>
          <a:ext cx="0" cy="0"/>
          <a:chOff x="0" y="0"/>
          <a:chExt cx="0" cy="0"/>
        </a:xfrm>
      </p:grpSpPr>
      <p:sp>
        <p:nvSpPr>
          <p:cNvPr id="480" name="Google Shape;480;p2"/>
          <p:cNvSpPr/>
          <p:nvPr/>
        </p:nvSpPr>
        <p:spPr>
          <a:xfrm flipH="1" rot="-5400000">
            <a:off x="-3267419" y="1702476"/>
            <a:ext cx="12533531" cy="6882048"/>
          </a:xfrm>
          <a:custGeom>
            <a:rect b="b" l="l" r="r" t="t"/>
            <a:pathLst>
              <a:path extrusionOk="0" h="6882048" w="12533531">
                <a:moveTo>
                  <a:pt x="0" y="6882048"/>
                </a:moveTo>
                <a:lnTo>
                  <a:pt x="12533531" y="6882048"/>
                </a:lnTo>
                <a:lnTo>
                  <a:pt x="12533531" y="0"/>
                </a:lnTo>
                <a:lnTo>
                  <a:pt x="0" y="0"/>
                </a:lnTo>
                <a:lnTo>
                  <a:pt x="0" y="6882048"/>
                </a:lnTo>
                <a:close/>
              </a:path>
            </a:pathLst>
          </a:custGeom>
          <a:blipFill rotWithShape="1">
            <a:blip r:embed="rId3">
              <a:alphaModFix amt="10999"/>
            </a:blip>
            <a:stretch>
              <a:fillRect b="0" l="0" r="0" t="0"/>
            </a:stretch>
          </a:blipFill>
          <a:ln>
            <a:noFill/>
          </a:ln>
        </p:spPr>
      </p:sp>
      <p:sp>
        <p:nvSpPr>
          <p:cNvPr id="481" name="Google Shape;481;p2"/>
          <p:cNvSpPr txBox="1"/>
          <p:nvPr/>
        </p:nvSpPr>
        <p:spPr>
          <a:xfrm>
            <a:off x="473875" y="1761725"/>
            <a:ext cx="7680600" cy="75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900"/>
              <a:buFont typeface="Arial"/>
              <a:buNone/>
            </a:pPr>
            <a:r>
              <a:rPr b="1" i="0" lang="en-US" sz="4900" u="none" cap="none" strike="noStrike">
                <a:solidFill>
                  <a:srgbClr val="136447"/>
                </a:solidFill>
                <a:latin typeface="Arial"/>
                <a:ea typeface="Arial"/>
                <a:cs typeface="Arial"/>
                <a:sym typeface="Arial"/>
              </a:rPr>
              <a:t>Overview | </a:t>
            </a:r>
            <a:r>
              <a:rPr b="1" lang="en-US" sz="4900">
                <a:solidFill>
                  <a:srgbClr val="0000FF"/>
                </a:solidFill>
              </a:rPr>
              <a:t>Temario</a:t>
            </a:r>
            <a:endParaRPr b="1" i="0" sz="4900" u="none" cap="none" strike="noStrike">
              <a:solidFill>
                <a:srgbClr val="0000FF"/>
              </a:solidFill>
              <a:latin typeface="Arial"/>
              <a:ea typeface="Arial"/>
              <a:cs typeface="Arial"/>
              <a:sym typeface="Arial"/>
            </a:endParaRPr>
          </a:p>
        </p:txBody>
      </p:sp>
      <p:cxnSp>
        <p:nvCxnSpPr>
          <p:cNvPr id="482" name="Google Shape;482;p2"/>
          <p:cNvCxnSpPr/>
          <p:nvPr/>
        </p:nvCxnSpPr>
        <p:spPr>
          <a:xfrm>
            <a:off x="8344662" y="3137339"/>
            <a:ext cx="4011000" cy="0"/>
          </a:xfrm>
          <a:prstGeom prst="straightConnector1">
            <a:avLst/>
          </a:prstGeom>
          <a:noFill/>
          <a:ln cap="rnd" cmpd="sng" w="28575">
            <a:solidFill>
              <a:srgbClr val="B9CF4F"/>
            </a:solidFill>
            <a:prstDash val="solid"/>
            <a:round/>
            <a:headEnd len="sm" w="sm" type="none"/>
            <a:tailEnd len="sm" w="sm" type="none"/>
          </a:ln>
        </p:spPr>
      </p:cxnSp>
      <p:sp>
        <p:nvSpPr>
          <p:cNvPr id="483" name="Google Shape;483;p2"/>
          <p:cNvSpPr txBox="1"/>
          <p:nvPr/>
        </p:nvSpPr>
        <p:spPr>
          <a:xfrm>
            <a:off x="8344647" y="3230050"/>
            <a:ext cx="4825200" cy="504000"/>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Clr>
                <a:srgbClr val="000000"/>
              </a:buClr>
              <a:buSzPts val="3275"/>
              <a:buFont typeface="Arial"/>
              <a:buNone/>
            </a:pPr>
            <a:r>
              <a:rPr b="0" i="0" lang="en-US" sz="3275" u="none" cap="none" strike="noStrike">
                <a:solidFill>
                  <a:srgbClr val="136447"/>
                </a:solidFill>
                <a:latin typeface="Arial"/>
                <a:ea typeface="Arial"/>
                <a:cs typeface="Arial"/>
                <a:sym typeface="Arial"/>
              </a:rPr>
              <a:t>02 (15 min) | </a:t>
            </a:r>
            <a:r>
              <a:rPr b="0" i="0" lang="en-US" sz="3275" u="none" cap="none" strike="noStrike">
                <a:solidFill>
                  <a:srgbClr val="0000FF"/>
                </a:solidFill>
                <a:latin typeface="Arial"/>
                <a:ea typeface="Arial"/>
                <a:cs typeface="Arial"/>
                <a:sym typeface="Arial"/>
              </a:rPr>
              <a:t>(15 minutos)</a:t>
            </a:r>
            <a:endParaRPr b="0" i="0" sz="1400" u="none" cap="none" strike="noStrike">
              <a:solidFill>
                <a:srgbClr val="0000FF"/>
              </a:solidFill>
              <a:latin typeface="Arial"/>
              <a:ea typeface="Arial"/>
              <a:cs typeface="Arial"/>
              <a:sym typeface="Arial"/>
            </a:endParaRPr>
          </a:p>
        </p:txBody>
      </p:sp>
      <p:sp>
        <p:nvSpPr>
          <p:cNvPr id="484" name="Google Shape;484;p2"/>
          <p:cNvSpPr txBox="1"/>
          <p:nvPr/>
        </p:nvSpPr>
        <p:spPr>
          <a:xfrm>
            <a:off x="8344662" y="3826761"/>
            <a:ext cx="4011000" cy="8124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136447"/>
                </a:solidFill>
                <a:latin typeface="Poppins"/>
                <a:ea typeface="Poppins"/>
                <a:cs typeface="Poppins"/>
                <a:sym typeface="Poppins"/>
              </a:rPr>
              <a:t>The Brain &amp; its Parts</a:t>
            </a:r>
            <a:endParaRPr b="0" i="0" sz="2199" u="none" cap="none" strike="noStrike">
              <a:solidFill>
                <a:srgbClr val="136447"/>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0000FF"/>
                </a:solidFill>
                <a:latin typeface="Poppins"/>
                <a:ea typeface="Poppins"/>
                <a:cs typeface="Poppins"/>
                <a:sym typeface="Poppins"/>
              </a:rPr>
              <a:t>El cerebro y sus partes</a:t>
            </a:r>
            <a:endParaRPr b="0" i="0" sz="2199" u="none" cap="none" strike="noStrike">
              <a:solidFill>
                <a:srgbClr val="0000FF"/>
              </a:solidFill>
              <a:latin typeface="Poppins"/>
              <a:ea typeface="Poppins"/>
              <a:cs typeface="Poppins"/>
              <a:sym typeface="Poppins"/>
            </a:endParaRPr>
          </a:p>
        </p:txBody>
      </p:sp>
      <p:cxnSp>
        <p:nvCxnSpPr>
          <p:cNvPr id="485" name="Google Shape;485;p2"/>
          <p:cNvCxnSpPr/>
          <p:nvPr/>
        </p:nvCxnSpPr>
        <p:spPr>
          <a:xfrm>
            <a:off x="8344662" y="5621481"/>
            <a:ext cx="4011000" cy="0"/>
          </a:xfrm>
          <a:prstGeom prst="straightConnector1">
            <a:avLst/>
          </a:prstGeom>
          <a:noFill/>
          <a:ln cap="rnd" cmpd="sng" w="28575">
            <a:solidFill>
              <a:srgbClr val="B9CF4F"/>
            </a:solidFill>
            <a:prstDash val="solid"/>
            <a:round/>
            <a:headEnd len="sm" w="sm" type="none"/>
            <a:tailEnd len="sm" w="sm" type="none"/>
          </a:ln>
        </p:spPr>
      </p:cxnSp>
      <p:sp>
        <p:nvSpPr>
          <p:cNvPr id="486" name="Google Shape;486;p2"/>
          <p:cNvSpPr txBox="1"/>
          <p:nvPr/>
        </p:nvSpPr>
        <p:spPr>
          <a:xfrm>
            <a:off x="8344650" y="5707238"/>
            <a:ext cx="5200200" cy="504000"/>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Clr>
                <a:srgbClr val="000000"/>
              </a:buClr>
              <a:buSzPts val="3275"/>
              <a:buFont typeface="Arial"/>
              <a:buNone/>
            </a:pPr>
            <a:r>
              <a:rPr b="0" i="0" lang="en-US" sz="3275" u="none" cap="none" strike="noStrike">
                <a:solidFill>
                  <a:srgbClr val="136447"/>
                </a:solidFill>
                <a:latin typeface="Arial"/>
                <a:ea typeface="Arial"/>
                <a:cs typeface="Arial"/>
                <a:sym typeface="Arial"/>
              </a:rPr>
              <a:t>0</a:t>
            </a:r>
            <a:r>
              <a:rPr lang="en-US" sz="3275">
                <a:solidFill>
                  <a:srgbClr val="136447"/>
                </a:solidFill>
              </a:rPr>
              <a:t>3</a:t>
            </a:r>
            <a:r>
              <a:rPr b="0" i="0" lang="en-US" sz="3275" u="none" cap="none" strike="noStrike">
                <a:solidFill>
                  <a:srgbClr val="136447"/>
                </a:solidFill>
                <a:latin typeface="Arial"/>
                <a:ea typeface="Arial"/>
                <a:cs typeface="Arial"/>
                <a:sym typeface="Arial"/>
              </a:rPr>
              <a:t> (10 min) | </a:t>
            </a:r>
            <a:r>
              <a:rPr b="0" i="0" lang="en-US" sz="3275" u="none" cap="none" strike="noStrike">
                <a:solidFill>
                  <a:srgbClr val="0000FF"/>
                </a:solidFill>
                <a:latin typeface="Arial"/>
                <a:ea typeface="Arial"/>
                <a:cs typeface="Arial"/>
                <a:sym typeface="Arial"/>
              </a:rPr>
              <a:t>(10 minutos)</a:t>
            </a:r>
            <a:endParaRPr b="0" i="0" sz="1400" u="none" cap="none" strike="noStrike">
              <a:solidFill>
                <a:srgbClr val="0000FF"/>
              </a:solidFill>
              <a:latin typeface="Arial"/>
              <a:ea typeface="Arial"/>
              <a:cs typeface="Arial"/>
              <a:sym typeface="Arial"/>
            </a:endParaRPr>
          </a:p>
        </p:txBody>
      </p:sp>
      <p:sp>
        <p:nvSpPr>
          <p:cNvPr id="487" name="Google Shape;487;p2"/>
          <p:cNvSpPr txBox="1"/>
          <p:nvPr/>
        </p:nvSpPr>
        <p:spPr>
          <a:xfrm>
            <a:off x="8344646" y="6297013"/>
            <a:ext cx="5476500" cy="8124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136447"/>
                </a:solidFill>
                <a:latin typeface="Poppins"/>
                <a:ea typeface="Poppins"/>
                <a:cs typeface="Poppins"/>
                <a:sym typeface="Poppins"/>
              </a:rPr>
              <a:t>Neurotransmitters &amp; Hormones</a:t>
            </a:r>
            <a:endParaRPr b="0" i="0" sz="2199" u="none" cap="none" strike="noStrike">
              <a:solidFill>
                <a:srgbClr val="136447"/>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0000FF"/>
                </a:solidFill>
                <a:latin typeface="Poppins"/>
                <a:ea typeface="Poppins"/>
                <a:cs typeface="Poppins"/>
                <a:sym typeface="Poppins"/>
              </a:rPr>
              <a:t>Neurotransmisores y </a:t>
            </a:r>
            <a:r>
              <a:rPr lang="en-US" sz="2199">
                <a:solidFill>
                  <a:srgbClr val="0000FF"/>
                </a:solidFill>
                <a:latin typeface="Poppins"/>
                <a:ea typeface="Poppins"/>
                <a:cs typeface="Poppins"/>
                <a:sym typeface="Poppins"/>
              </a:rPr>
              <a:t>h</a:t>
            </a:r>
            <a:r>
              <a:rPr b="0" i="0" lang="en-US" sz="2199" u="none" cap="none" strike="noStrike">
                <a:solidFill>
                  <a:srgbClr val="0000FF"/>
                </a:solidFill>
                <a:latin typeface="Poppins"/>
                <a:ea typeface="Poppins"/>
                <a:cs typeface="Poppins"/>
                <a:sym typeface="Poppins"/>
              </a:rPr>
              <a:t>ormonas</a:t>
            </a:r>
            <a:endParaRPr b="0" i="0" sz="2199" u="none" cap="none" strike="noStrike">
              <a:solidFill>
                <a:srgbClr val="0000FF"/>
              </a:solidFill>
              <a:latin typeface="Poppins"/>
              <a:ea typeface="Poppins"/>
              <a:cs typeface="Poppins"/>
              <a:sym typeface="Poppins"/>
            </a:endParaRPr>
          </a:p>
        </p:txBody>
      </p:sp>
      <p:cxnSp>
        <p:nvCxnSpPr>
          <p:cNvPr id="488" name="Google Shape;488;p2"/>
          <p:cNvCxnSpPr/>
          <p:nvPr/>
        </p:nvCxnSpPr>
        <p:spPr>
          <a:xfrm>
            <a:off x="8344662" y="654797"/>
            <a:ext cx="4011000" cy="0"/>
          </a:xfrm>
          <a:prstGeom prst="straightConnector1">
            <a:avLst/>
          </a:prstGeom>
          <a:noFill/>
          <a:ln cap="rnd" cmpd="sng" w="28575">
            <a:solidFill>
              <a:srgbClr val="B9CF4F"/>
            </a:solidFill>
            <a:prstDash val="solid"/>
            <a:round/>
            <a:headEnd len="sm" w="sm" type="none"/>
            <a:tailEnd len="sm" w="sm" type="none"/>
          </a:ln>
        </p:spPr>
      </p:cxnSp>
      <p:cxnSp>
        <p:nvCxnSpPr>
          <p:cNvPr id="489" name="Google Shape;489;p2"/>
          <p:cNvCxnSpPr/>
          <p:nvPr/>
        </p:nvCxnSpPr>
        <p:spPr>
          <a:xfrm>
            <a:off x="8344653" y="8023861"/>
            <a:ext cx="4011000" cy="0"/>
          </a:xfrm>
          <a:prstGeom prst="straightConnector1">
            <a:avLst/>
          </a:prstGeom>
          <a:noFill/>
          <a:ln cap="rnd" cmpd="sng" w="28575">
            <a:solidFill>
              <a:srgbClr val="B9CF4F"/>
            </a:solidFill>
            <a:prstDash val="solid"/>
            <a:round/>
            <a:headEnd len="sm" w="sm" type="none"/>
            <a:tailEnd len="sm" w="sm" type="none"/>
          </a:ln>
        </p:spPr>
      </p:cxnSp>
      <p:sp>
        <p:nvSpPr>
          <p:cNvPr id="490" name="Google Shape;490;p2"/>
          <p:cNvSpPr txBox="1"/>
          <p:nvPr/>
        </p:nvSpPr>
        <p:spPr>
          <a:xfrm>
            <a:off x="8344646" y="859913"/>
            <a:ext cx="4963200" cy="504000"/>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Clr>
                <a:srgbClr val="000000"/>
              </a:buClr>
              <a:buSzPts val="3275"/>
              <a:buFont typeface="Arial"/>
              <a:buNone/>
            </a:pPr>
            <a:r>
              <a:rPr b="0" i="0" lang="en-US" sz="3275" u="none" cap="none" strike="noStrike">
                <a:solidFill>
                  <a:srgbClr val="136447"/>
                </a:solidFill>
                <a:latin typeface="Arial"/>
                <a:ea typeface="Arial"/>
                <a:cs typeface="Arial"/>
                <a:sym typeface="Arial"/>
              </a:rPr>
              <a:t>01 (10 min) | </a:t>
            </a:r>
            <a:r>
              <a:rPr b="0" i="0" lang="en-US" sz="3275" u="none" cap="none" strike="noStrike">
                <a:solidFill>
                  <a:srgbClr val="0000FF"/>
                </a:solidFill>
                <a:latin typeface="Arial"/>
                <a:ea typeface="Arial"/>
                <a:cs typeface="Arial"/>
                <a:sym typeface="Arial"/>
              </a:rPr>
              <a:t>(10 minutos)</a:t>
            </a:r>
            <a:endParaRPr b="0" i="0" sz="1400" u="none" cap="none" strike="noStrike">
              <a:solidFill>
                <a:srgbClr val="0000FF"/>
              </a:solidFill>
              <a:latin typeface="Arial"/>
              <a:ea typeface="Arial"/>
              <a:cs typeface="Arial"/>
              <a:sym typeface="Arial"/>
            </a:endParaRPr>
          </a:p>
        </p:txBody>
      </p:sp>
      <p:sp>
        <p:nvSpPr>
          <p:cNvPr id="491" name="Google Shape;491;p2"/>
          <p:cNvSpPr txBox="1"/>
          <p:nvPr/>
        </p:nvSpPr>
        <p:spPr>
          <a:xfrm>
            <a:off x="8344662" y="1456632"/>
            <a:ext cx="4011000" cy="12249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136447"/>
                </a:solidFill>
                <a:latin typeface="Poppins"/>
                <a:ea typeface="Poppins"/>
                <a:cs typeface="Poppins"/>
                <a:sym typeface="Poppins"/>
              </a:rPr>
              <a:t>The Nervous System</a:t>
            </a:r>
            <a:endParaRPr b="0" i="0" sz="2199" u="none" cap="none" strike="noStrike">
              <a:solidFill>
                <a:srgbClr val="136447"/>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0000FF"/>
                </a:solidFill>
                <a:latin typeface="Poppins"/>
                <a:ea typeface="Poppins"/>
                <a:cs typeface="Poppins"/>
                <a:sym typeface="Poppins"/>
              </a:rPr>
              <a:t>El sistema nervioso</a:t>
            </a:r>
            <a:endParaRPr b="0" i="0" sz="2199" u="none" cap="none" strike="noStrike">
              <a:solidFill>
                <a:srgbClr val="0000FF"/>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2" name="Google Shape;492;p2"/>
          <p:cNvSpPr txBox="1"/>
          <p:nvPr/>
        </p:nvSpPr>
        <p:spPr>
          <a:xfrm>
            <a:off x="8344649" y="8116575"/>
            <a:ext cx="5476500" cy="504000"/>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Clr>
                <a:srgbClr val="000000"/>
              </a:buClr>
              <a:buSzPts val="3275"/>
              <a:buFont typeface="Arial"/>
              <a:buNone/>
            </a:pPr>
            <a:r>
              <a:rPr b="0" i="0" lang="en-US" sz="3275" u="none" cap="none" strike="noStrike">
                <a:solidFill>
                  <a:srgbClr val="136447"/>
                </a:solidFill>
                <a:latin typeface="Arial"/>
                <a:ea typeface="Arial"/>
                <a:cs typeface="Arial"/>
                <a:sym typeface="Arial"/>
              </a:rPr>
              <a:t>0</a:t>
            </a:r>
            <a:r>
              <a:rPr lang="en-US" sz="3275">
                <a:solidFill>
                  <a:srgbClr val="136447"/>
                </a:solidFill>
              </a:rPr>
              <a:t>4</a:t>
            </a:r>
            <a:r>
              <a:rPr b="0" i="0" lang="en-US" sz="3275" u="none" cap="none" strike="noStrike">
                <a:solidFill>
                  <a:srgbClr val="136447"/>
                </a:solidFill>
                <a:latin typeface="Arial"/>
                <a:ea typeface="Arial"/>
                <a:cs typeface="Arial"/>
                <a:sym typeface="Arial"/>
              </a:rPr>
              <a:t> (10 min) | </a:t>
            </a:r>
            <a:r>
              <a:rPr b="0" i="0" lang="en-US" sz="3275" u="none" cap="none" strike="noStrike">
                <a:solidFill>
                  <a:srgbClr val="0000FF"/>
                </a:solidFill>
                <a:latin typeface="Arial"/>
                <a:ea typeface="Arial"/>
                <a:cs typeface="Arial"/>
                <a:sym typeface="Arial"/>
              </a:rPr>
              <a:t>(10 minutos)</a:t>
            </a:r>
            <a:endParaRPr b="0" i="0" sz="1400" u="none" cap="none" strike="noStrike">
              <a:solidFill>
                <a:srgbClr val="0000FF"/>
              </a:solidFill>
              <a:latin typeface="Arial"/>
              <a:ea typeface="Arial"/>
              <a:cs typeface="Arial"/>
              <a:sym typeface="Arial"/>
            </a:endParaRPr>
          </a:p>
        </p:txBody>
      </p:sp>
      <p:sp>
        <p:nvSpPr>
          <p:cNvPr id="493" name="Google Shape;493;p2"/>
          <p:cNvSpPr txBox="1"/>
          <p:nvPr/>
        </p:nvSpPr>
        <p:spPr>
          <a:xfrm>
            <a:off x="8344650" y="8713300"/>
            <a:ext cx="7020300" cy="8124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136447"/>
                </a:solidFill>
                <a:latin typeface="Poppins"/>
                <a:ea typeface="Poppins"/>
                <a:cs typeface="Poppins"/>
                <a:sym typeface="Poppins"/>
              </a:rPr>
              <a:t>Nature, Nurture, and the Environment</a:t>
            </a:r>
            <a:endParaRPr b="0" i="0" sz="2199" u="none" cap="none" strike="noStrike">
              <a:solidFill>
                <a:srgbClr val="136447"/>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2199"/>
              <a:buFont typeface="Arial"/>
              <a:buNone/>
            </a:pPr>
            <a:r>
              <a:rPr lang="en-US" sz="2199">
                <a:solidFill>
                  <a:srgbClr val="0000FF"/>
                </a:solidFill>
                <a:latin typeface="Poppins"/>
                <a:ea typeface="Poppins"/>
                <a:cs typeface="Poppins"/>
                <a:sym typeface="Poppins"/>
              </a:rPr>
              <a:t>La n</a:t>
            </a:r>
            <a:r>
              <a:rPr b="0" i="0" lang="en-US" sz="2199" u="none" cap="none" strike="noStrike">
                <a:solidFill>
                  <a:srgbClr val="0000FF"/>
                </a:solidFill>
                <a:latin typeface="Poppins"/>
                <a:ea typeface="Poppins"/>
                <a:cs typeface="Poppins"/>
                <a:sym typeface="Poppins"/>
              </a:rPr>
              <a:t>aturaleza, </a:t>
            </a:r>
            <a:r>
              <a:rPr lang="en-US" sz="2199">
                <a:solidFill>
                  <a:srgbClr val="0000FF"/>
                </a:solidFill>
                <a:latin typeface="Poppins"/>
                <a:ea typeface="Poppins"/>
                <a:cs typeface="Poppins"/>
                <a:sym typeface="Poppins"/>
              </a:rPr>
              <a:t>la c</a:t>
            </a:r>
            <a:r>
              <a:rPr b="0" i="0" lang="en-US" sz="2199" u="none" cap="none" strike="noStrike">
                <a:solidFill>
                  <a:srgbClr val="0000FF"/>
                </a:solidFill>
                <a:latin typeface="Poppins"/>
                <a:ea typeface="Poppins"/>
                <a:cs typeface="Poppins"/>
                <a:sym typeface="Poppins"/>
              </a:rPr>
              <a:t>rianza y el</a:t>
            </a:r>
            <a:r>
              <a:rPr lang="en-US" sz="2199">
                <a:solidFill>
                  <a:srgbClr val="0000FF"/>
                </a:solidFill>
                <a:latin typeface="Poppins"/>
                <a:ea typeface="Poppins"/>
                <a:cs typeface="Poppins"/>
                <a:sym typeface="Poppins"/>
              </a:rPr>
              <a:t> m</a:t>
            </a:r>
            <a:r>
              <a:rPr b="0" i="0" lang="en-US" sz="2199" u="none" cap="none" strike="noStrike">
                <a:solidFill>
                  <a:srgbClr val="0000FF"/>
                </a:solidFill>
                <a:latin typeface="Poppins"/>
                <a:ea typeface="Poppins"/>
                <a:cs typeface="Poppins"/>
                <a:sym typeface="Poppins"/>
              </a:rPr>
              <a:t>edio </a:t>
            </a:r>
            <a:r>
              <a:rPr lang="en-US" sz="2199">
                <a:solidFill>
                  <a:srgbClr val="0000FF"/>
                </a:solidFill>
                <a:latin typeface="Poppins"/>
                <a:ea typeface="Poppins"/>
                <a:cs typeface="Poppins"/>
                <a:sym typeface="Poppins"/>
              </a:rPr>
              <a:t>a</a:t>
            </a:r>
            <a:r>
              <a:rPr b="0" i="0" lang="en-US" sz="2199" u="none" cap="none" strike="noStrike">
                <a:solidFill>
                  <a:srgbClr val="0000FF"/>
                </a:solidFill>
                <a:latin typeface="Poppins"/>
                <a:ea typeface="Poppins"/>
                <a:cs typeface="Poppins"/>
                <a:sym typeface="Poppins"/>
              </a:rPr>
              <a:t>mbiente</a:t>
            </a:r>
            <a:endParaRPr b="0" i="0" sz="2199" u="none" cap="none" strike="noStrike">
              <a:solidFill>
                <a:srgbClr val="0000FF"/>
              </a:solidFill>
              <a:latin typeface="Poppins"/>
              <a:ea typeface="Poppins"/>
              <a:cs typeface="Poppins"/>
              <a:sym typeface="Poppins"/>
            </a:endParaRPr>
          </a:p>
        </p:txBody>
      </p:sp>
      <p:pic>
        <p:nvPicPr>
          <p:cNvPr id="494" name="Google Shape;494;p2" title="Screenshot 2025-11-10 at 4.55.27 PM.png"/>
          <p:cNvPicPr preferRelativeResize="0"/>
          <p:nvPr/>
        </p:nvPicPr>
        <p:blipFill rotWithShape="1">
          <a:blip r:embed="rId4">
            <a:alphaModFix/>
          </a:blip>
          <a:srcRect b="0" l="0" r="0" t="0"/>
          <a:stretch/>
        </p:blipFill>
        <p:spPr>
          <a:xfrm>
            <a:off x="13997950" y="3581638"/>
            <a:ext cx="3584200" cy="4202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502" name="Shape 502"/>
        <p:cNvGrpSpPr/>
        <p:nvPr/>
      </p:nvGrpSpPr>
      <p:grpSpPr>
        <a:xfrm>
          <a:off x="0" y="0"/>
          <a:ext cx="0" cy="0"/>
          <a:chOff x="0" y="0"/>
          <a:chExt cx="0" cy="0"/>
        </a:xfrm>
      </p:grpSpPr>
      <p:sp>
        <p:nvSpPr>
          <p:cNvPr id="503" name="Google Shape;503;g3f74caaad3a_0_0"/>
          <p:cNvSpPr/>
          <p:nvPr/>
        </p:nvSpPr>
        <p:spPr>
          <a:xfrm flipH="1" rot="-5400000">
            <a:off x="-3267419" y="1702476"/>
            <a:ext cx="12533531" cy="6882048"/>
          </a:xfrm>
          <a:custGeom>
            <a:rect b="b" l="l" r="r" t="t"/>
            <a:pathLst>
              <a:path extrusionOk="0" h="6882048" w="12533531">
                <a:moveTo>
                  <a:pt x="0" y="6882048"/>
                </a:moveTo>
                <a:lnTo>
                  <a:pt x="12533531" y="6882048"/>
                </a:lnTo>
                <a:lnTo>
                  <a:pt x="12533531" y="0"/>
                </a:lnTo>
                <a:lnTo>
                  <a:pt x="0" y="0"/>
                </a:lnTo>
                <a:lnTo>
                  <a:pt x="0" y="6882048"/>
                </a:lnTo>
                <a:close/>
              </a:path>
            </a:pathLst>
          </a:custGeom>
          <a:blipFill rotWithShape="1">
            <a:blip r:embed="rId3">
              <a:alphaModFix amt="11000"/>
            </a:blip>
            <a:stretch>
              <a:fillRect b="0" l="0" r="0" t="0"/>
            </a:stretch>
          </a:blipFill>
          <a:ln>
            <a:noFill/>
          </a:ln>
        </p:spPr>
      </p:sp>
      <p:sp>
        <p:nvSpPr>
          <p:cNvPr id="504" name="Google Shape;504;g3f74caaad3a_0_0"/>
          <p:cNvSpPr txBox="1"/>
          <p:nvPr/>
        </p:nvSpPr>
        <p:spPr>
          <a:xfrm>
            <a:off x="473875" y="1761725"/>
            <a:ext cx="7680600" cy="75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900"/>
              <a:buFont typeface="Arial"/>
              <a:buNone/>
            </a:pPr>
            <a:r>
              <a:rPr b="1" i="0" lang="en-US" sz="4900" u="none" cap="none" strike="noStrike">
                <a:solidFill>
                  <a:srgbClr val="136447"/>
                </a:solidFill>
                <a:latin typeface="Arial"/>
                <a:ea typeface="Arial"/>
                <a:cs typeface="Arial"/>
                <a:sym typeface="Arial"/>
              </a:rPr>
              <a:t>Overview | </a:t>
            </a:r>
            <a:r>
              <a:rPr b="1" lang="en-US" sz="4900">
                <a:solidFill>
                  <a:srgbClr val="0000FF"/>
                </a:solidFill>
              </a:rPr>
              <a:t>Temario</a:t>
            </a:r>
            <a:endParaRPr b="1" i="0" sz="4900" u="none" cap="none" strike="noStrike">
              <a:solidFill>
                <a:srgbClr val="0000FF"/>
              </a:solidFill>
              <a:latin typeface="Arial"/>
              <a:ea typeface="Arial"/>
              <a:cs typeface="Arial"/>
              <a:sym typeface="Arial"/>
            </a:endParaRPr>
          </a:p>
        </p:txBody>
      </p:sp>
      <p:cxnSp>
        <p:nvCxnSpPr>
          <p:cNvPr id="505" name="Google Shape;505;g3f74caaad3a_0_0"/>
          <p:cNvCxnSpPr/>
          <p:nvPr/>
        </p:nvCxnSpPr>
        <p:spPr>
          <a:xfrm>
            <a:off x="8344662" y="2584939"/>
            <a:ext cx="4011000" cy="0"/>
          </a:xfrm>
          <a:prstGeom prst="straightConnector1">
            <a:avLst/>
          </a:prstGeom>
          <a:noFill/>
          <a:ln cap="rnd" cmpd="sng" w="28575">
            <a:solidFill>
              <a:srgbClr val="B9CF4F"/>
            </a:solidFill>
            <a:prstDash val="solid"/>
            <a:round/>
            <a:headEnd len="sm" w="sm" type="none"/>
            <a:tailEnd len="sm" w="sm" type="none"/>
          </a:ln>
        </p:spPr>
      </p:cxnSp>
      <p:sp>
        <p:nvSpPr>
          <p:cNvPr id="506" name="Google Shape;506;g3f74caaad3a_0_0"/>
          <p:cNvSpPr txBox="1"/>
          <p:nvPr/>
        </p:nvSpPr>
        <p:spPr>
          <a:xfrm>
            <a:off x="8344647" y="2682875"/>
            <a:ext cx="4825200" cy="504000"/>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Clr>
                <a:srgbClr val="000000"/>
              </a:buClr>
              <a:buSzPts val="3275"/>
              <a:buFont typeface="Arial"/>
              <a:buNone/>
            </a:pPr>
            <a:r>
              <a:rPr b="0" i="0" lang="en-US" sz="3275" u="none" cap="none" strike="noStrike">
                <a:solidFill>
                  <a:srgbClr val="136447"/>
                </a:solidFill>
                <a:latin typeface="Arial"/>
                <a:ea typeface="Arial"/>
                <a:cs typeface="Arial"/>
                <a:sym typeface="Arial"/>
              </a:rPr>
              <a:t>02 (15 min) | </a:t>
            </a:r>
            <a:r>
              <a:rPr b="0" i="0" lang="en-US" sz="3275" u="none" cap="none" strike="noStrike">
                <a:solidFill>
                  <a:srgbClr val="0000FF"/>
                </a:solidFill>
                <a:latin typeface="Arial"/>
                <a:ea typeface="Arial"/>
                <a:cs typeface="Arial"/>
                <a:sym typeface="Arial"/>
              </a:rPr>
              <a:t>(15 minutos)</a:t>
            </a:r>
            <a:endParaRPr b="0" i="0" sz="1400" u="none" cap="none" strike="noStrike">
              <a:solidFill>
                <a:srgbClr val="0000FF"/>
              </a:solidFill>
              <a:latin typeface="Arial"/>
              <a:ea typeface="Arial"/>
              <a:cs typeface="Arial"/>
              <a:sym typeface="Arial"/>
            </a:endParaRPr>
          </a:p>
        </p:txBody>
      </p:sp>
      <p:sp>
        <p:nvSpPr>
          <p:cNvPr id="507" name="Google Shape;507;g3f74caaad3a_0_0"/>
          <p:cNvSpPr txBox="1"/>
          <p:nvPr/>
        </p:nvSpPr>
        <p:spPr>
          <a:xfrm>
            <a:off x="8344662" y="3279586"/>
            <a:ext cx="4011000" cy="8124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136447"/>
                </a:solidFill>
                <a:latin typeface="Poppins"/>
                <a:ea typeface="Poppins"/>
                <a:cs typeface="Poppins"/>
                <a:sym typeface="Poppins"/>
              </a:rPr>
              <a:t>The Brain &amp; its Parts</a:t>
            </a:r>
            <a:endParaRPr b="0" i="0" sz="2199" u="none" cap="none" strike="noStrike">
              <a:solidFill>
                <a:srgbClr val="136447"/>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0000FF"/>
                </a:solidFill>
                <a:latin typeface="Poppins"/>
                <a:ea typeface="Poppins"/>
                <a:cs typeface="Poppins"/>
                <a:sym typeface="Poppins"/>
              </a:rPr>
              <a:t>El cerebro y sus partes</a:t>
            </a:r>
            <a:endParaRPr b="0" i="0" sz="2199" u="none" cap="none" strike="noStrike">
              <a:solidFill>
                <a:srgbClr val="0000FF"/>
              </a:solidFill>
              <a:latin typeface="Poppins"/>
              <a:ea typeface="Poppins"/>
              <a:cs typeface="Poppins"/>
              <a:sym typeface="Poppins"/>
            </a:endParaRPr>
          </a:p>
        </p:txBody>
      </p:sp>
      <p:cxnSp>
        <p:nvCxnSpPr>
          <p:cNvPr id="508" name="Google Shape;508;g3f74caaad3a_0_0"/>
          <p:cNvCxnSpPr/>
          <p:nvPr/>
        </p:nvCxnSpPr>
        <p:spPr>
          <a:xfrm>
            <a:off x="8344662" y="4591281"/>
            <a:ext cx="4011000" cy="0"/>
          </a:xfrm>
          <a:prstGeom prst="straightConnector1">
            <a:avLst/>
          </a:prstGeom>
          <a:noFill/>
          <a:ln cap="rnd" cmpd="sng" w="28575">
            <a:solidFill>
              <a:srgbClr val="B9CF4F"/>
            </a:solidFill>
            <a:prstDash val="solid"/>
            <a:round/>
            <a:headEnd len="sm" w="sm" type="none"/>
            <a:tailEnd len="sm" w="sm" type="none"/>
          </a:ln>
        </p:spPr>
      </p:cxnSp>
      <p:sp>
        <p:nvSpPr>
          <p:cNvPr id="509" name="Google Shape;509;g3f74caaad3a_0_0"/>
          <p:cNvSpPr txBox="1"/>
          <p:nvPr/>
        </p:nvSpPr>
        <p:spPr>
          <a:xfrm>
            <a:off x="8344647" y="4693925"/>
            <a:ext cx="4825200" cy="504000"/>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Clr>
                <a:srgbClr val="000000"/>
              </a:buClr>
              <a:buSzPts val="3275"/>
              <a:buFont typeface="Arial"/>
              <a:buNone/>
            </a:pPr>
            <a:r>
              <a:rPr b="0" i="0" lang="en-US" sz="3275" u="none" cap="none" strike="noStrike">
                <a:solidFill>
                  <a:srgbClr val="136447"/>
                </a:solidFill>
                <a:latin typeface="Arial"/>
                <a:ea typeface="Arial"/>
                <a:cs typeface="Arial"/>
                <a:sym typeface="Arial"/>
              </a:rPr>
              <a:t>03 (15 min) | </a:t>
            </a:r>
            <a:r>
              <a:rPr b="0" i="0" lang="en-US" sz="3275" u="none" cap="none" strike="noStrike">
                <a:solidFill>
                  <a:srgbClr val="0000FF"/>
                </a:solidFill>
                <a:latin typeface="Arial"/>
                <a:ea typeface="Arial"/>
                <a:cs typeface="Arial"/>
                <a:sym typeface="Arial"/>
              </a:rPr>
              <a:t>(15 minutos)</a:t>
            </a:r>
            <a:endParaRPr b="0" i="0" sz="1400" u="none" cap="none" strike="noStrike">
              <a:solidFill>
                <a:srgbClr val="0000FF"/>
              </a:solidFill>
              <a:latin typeface="Arial"/>
              <a:ea typeface="Arial"/>
              <a:cs typeface="Arial"/>
              <a:sym typeface="Arial"/>
            </a:endParaRPr>
          </a:p>
        </p:txBody>
      </p:sp>
      <p:sp>
        <p:nvSpPr>
          <p:cNvPr id="510" name="Google Shape;510;g3f74caaad3a_0_0"/>
          <p:cNvSpPr txBox="1"/>
          <p:nvPr/>
        </p:nvSpPr>
        <p:spPr>
          <a:xfrm>
            <a:off x="8344650" y="5283700"/>
            <a:ext cx="5338500" cy="8124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Clr>
                <a:schemeClr val="dk1"/>
              </a:buClr>
              <a:buSzPts val="2199"/>
              <a:buFont typeface="Arial"/>
              <a:buNone/>
            </a:pPr>
            <a:r>
              <a:rPr b="0" i="0" lang="en-US" sz="2199" u="none" cap="none" strike="noStrike">
                <a:solidFill>
                  <a:srgbClr val="136447"/>
                </a:solidFill>
                <a:latin typeface="Poppins"/>
                <a:ea typeface="Poppins"/>
                <a:cs typeface="Poppins"/>
                <a:sym typeface="Poppins"/>
              </a:rPr>
              <a:t>Neurons and Neural Communication</a:t>
            </a:r>
            <a:endParaRPr b="0" i="0" sz="2199" u="none" cap="none" strike="noStrike">
              <a:solidFill>
                <a:srgbClr val="136447"/>
              </a:solidFill>
              <a:latin typeface="Poppins"/>
              <a:ea typeface="Poppins"/>
              <a:cs typeface="Poppins"/>
              <a:sym typeface="Poppins"/>
            </a:endParaRPr>
          </a:p>
          <a:p>
            <a:pPr indent="0" lvl="0" marL="0" marR="0" rtl="0" algn="l">
              <a:lnSpc>
                <a:spcPct val="140022"/>
              </a:lnSpc>
              <a:spcBef>
                <a:spcPts val="0"/>
              </a:spcBef>
              <a:spcAft>
                <a:spcPts val="0"/>
              </a:spcAft>
              <a:buClr>
                <a:schemeClr val="dk1"/>
              </a:buClr>
              <a:buSzPts val="2199"/>
              <a:buFont typeface="Arial"/>
              <a:buNone/>
            </a:pPr>
            <a:r>
              <a:rPr b="0" i="0" lang="en-US" sz="2199" u="none" cap="none" strike="noStrike">
                <a:solidFill>
                  <a:srgbClr val="0000FF"/>
                </a:solidFill>
                <a:latin typeface="Poppins"/>
                <a:ea typeface="Poppins"/>
                <a:cs typeface="Poppins"/>
                <a:sym typeface="Poppins"/>
              </a:rPr>
              <a:t>Neuronas y Comunicación Neuronal</a:t>
            </a:r>
            <a:endParaRPr b="0" i="0" sz="2199" u="none" cap="none" strike="noStrike">
              <a:solidFill>
                <a:srgbClr val="0000FF"/>
              </a:solidFill>
              <a:latin typeface="Poppins"/>
              <a:ea typeface="Poppins"/>
              <a:cs typeface="Poppins"/>
              <a:sym typeface="Poppins"/>
            </a:endParaRPr>
          </a:p>
        </p:txBody>
      </p:sp>
      <p:cxnSp>
        <p:nvCxnSpPr>
          <p:cNvPr id="511" name="Google Shape;511;g3f74caaad3a_0_0"/>
          <p:cNvCxnSpPr/>
          <p:nvPr/>
        </p:nvCxnSpPr>
        <p:spPr>
          <a:xfrm>
            <a:off x="8344662" y="6595406"/>
            <a:ext cx="4011000" cy="0"/>
          </a:xfrm>
          <a:prstGeom prst="straightConnector1">
            <a:avLst/>
          </a:prstGeom>
          <a:noFill/>
          <a:ln cap="rnd" cmpd="sng" w="28575">
            <a:solidFill>
              <a:srgbClr val="B9CF4F"/>
            </a:solidFill>
            <a:prstDash val="solid"/>
            <a:round/>
            <a:headEnd len="sm" w="sm" type="none"/>
            <a:tailEnd len="sm" w="sm" type="none"/>
          </a:ln>
        </p:spPr>
      </p:cxnSp>
      <p:sp>
        <p:nvSpPr>
          <p:cNvPr id="512" name="Google Shape;512;g3f74caaad3a_0_0"/>
          <p:cNvSpPr txBox="1"/>
          <p:nvPr/>
        </p:nvSpPr>
        <p:spPr>
          <a:xfrm>
            <a:off x="8344650" y="6698050"/>
            <a:ext cx="5200200" cy="504000"/>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Clr>
                <a:srgbClr val="000000"/>
              </a:buClr>
              <a:buSzPts val="3275"/>
              <a:buFont typeface="Arial"/>
              <a:buNone/>
            </a:pPr>
            <a:r>
              <a:rPr b="0" i="0" lang="en-US" sz="3275" u="none" cap="none" strike="noStrike">
                <a:solidFill>
                  <a:srgbClr val="136447"/>
                </a:solidFill>
                <a:latin typeface="Arial"/>
                <a:ea typeface="Arial"/>
                <a:cs typeface="Arial"/>
                <a:sym typeface="Arial"/>
              </a:rPr>
              <a:t>04 (10 min) | </a:t>
            </a:r>
            <a:r>
              <a:rPr b="0" i="0" lang="en-US" sz="3275" u="none" cap="none" strike="noStrike">
                <a:solidFill>
                  <a:srgbClr val="0000FF"/>
                </a:solidFill>
                <a:latin typeface="Arial"/>
                <a:ea typeface="Arial"/>
                <a:cs typeface="Arial"/>
                <a:sym typeface="Arial"/>
              </a:rPr>
              <a:t>(10 minutos)</a:t>
            </a:r>
            <a:endParaRPr b="0" i="0" sz="1400" u="none" cap="none" strike="noStrike">
              <a:solidFill>
                <a:srgbClr val="0000FF"/>
              </a:solidFill>
              <a:latin typeface="Arial"/>
              <a:ea typeface="Arial"/>
              <a:cs typeface="Arial"/>
              <a:sym typeface="Arial"/>
            </a:endParaRPr>
          </a:p>
        </p:txBody>
      </p:sp>
      <p:sp>
        <p:nvSpPr>
          <p:cNvPr id="513" name="Google Shape;513;g3f74caaad3a_0_0"/>
          <p:cNvSpPr txBox="1"/>
          <p:nvPr/>
        </p:nvSpPr>
        <p:spPr>
          <a:xfrm>
            <a:off x="8344646" y="7287825"/>
            <a:ext cx="5476500" cy="8124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136447"/>
                </a:solidFill>
                <a:latin typeface="Poppins"/>
                <a:ea typeface="Poppins"/>
                <a:cs typeface="Poppins"/>
                <a:sym typeface="Poppins"/>
              </a:rPr>
              <a:t>Neurotransmitters &amp; Hormones</a:t>
            </a:r>
            <a:endParaRPr b="0" i="0" sz="2199" u="none" cap="none" strike="noStrike">
              <a:solidFill>
                <a:srgbClr val="136447"/>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0000FF"/>
                </a:solidFill>
                <a:latin typeface="Poppins"/>
                <a:ea typeface="Poppins"/>
                <a:cs typeface="Poppins"/>
                <a:sym typeface="Poppins"/>
              </a:rPr>
              <a:t>Neurotransmisores y Hormonas</a:t>
            </a:r>
            <a:endParaRPr b="0" i="0" sz="2199" u="none" cap="none" strike="noStrike">
              <a:solidFill>
                <a:srgbClr val="0000FF"/>
              </a:solidFill>
              <a:latin typeface="Poppins"/>
              <a:ea typeface="Poppins"/>
              <a:cs typeface="Poppins"/>
              <a:sym typeface="Poppins"/>
            </a:endParaRPr>
          </a:p>
        </p:txBody>
      </p:sp>
      <p:cxnSp>
        <p:nvCxnSpPr>
          <p:cNvPr id="514" name="Google Shape;514;g3f74caaad3a_0_0"/>
          <p:cNvCxnSpPr/>
          <p:nvPr/>
        </p:nvCxnSpPr>
        <p:spPr>
          <a:xfrm>
            <a:off x="8344662" y="578597"/>
            <a:ext cx="4011000" cy="0"/>
          </a:xfrm>
          <a:prstGeom prst="straightConnector1">
            <a:avLst/>
          </a:prstGeom>
          <a:noFill/>
          <a:ln cap="rnd" cmpd="sng" w="28575">
            <a:solidFill>
              <a:srgbClr val="B9CF4F"/>
            </a:solidFill>
            <a:prstDash val="solid"/>
            <a:round/>
            <a:headEnd len="sm" w="sm" type="none"/>
            <a:tailEnd len="sm" w="sm" type="none"/>
          </a:ln>
        </p:spPr>
      </p:cxnSp>
      <p:cxnSp>
        <p:nvCxnSpPr>
          <p:cNvPr id="515" name="Google Shape;515;g3f74caaad3a_0_0"/>
          <p:cNvCxnSpPr/>
          <p:nvPr/>
        </p:nvCxnSpPr>
        <p:spPr>
          <a:xfrm>
            <a:off x="8252553" y="8594211"/>
            <a:ext cx="4011000" cy="0"/>
          </a:xfrm>
          <a:prstGeom prst="straightConnector1">
            <a:avLst/>
          </a:prstGeom>
          <a:noFill/>
          <a:ln cap="rnd" cmpd="sng" w="28575">
            <a:solidFill>
              <a:srgbClr val="B9CF4F"/>
            </a:solidFill>
            <a:prstDash val="solid"/>
            <a:round/>
            <a:headEnd len="sm" w="sm" type="none"/>
            <a:tailEnd len="sm" w="sm" type="none"/>
          </a:ln>
        </p:spPr>
      </p:cxnSp>
      <p:sp>
        <p:nvSpPr>
          <p:cNvPr id="516" name="Google Shape;516;g3f74caaad3a_0_0"/>
          <p:cNvSpPr txBox="1"/>
          <p:nvPr/>
        </p:nvSpPr>
        <p:spPr>
          <a:xfrm>
            <a:off x="8344646" y="676525"/>
            <a:ext cx="4963200" cy="504000"/>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Clr>
                <a:srgbClr val="000000"/>
              </a:buClr>
              <a:buSzPts val="3275"/>
              <a:buFont typeface="Arial"/>
              <a:buNone/>
            </a:pPr>
            <a:r>
              <a:rPr b="0" i="0" lang="en-US" sz="3275" u="none" cap="none" strike="noStrike">
                <a:solidFill>
                  <a:srgbClr val="136447"/>
                </a:solidFill>
                <a:latin typeface="Arial"/>
                <a:ea typeface="Arial"/>
                <a:cs typeface="Arial"/>
                <a:sym typeface="Arial"/>
              </a:rPr>
              <a:t>01 (10 min) | </a:t>
            </a:r>
            <a:r>
              <a:rPr b="0" i="0" lang="en-US" sz="3275" u="none" cap="none" strike="noStrike">
                <a:solidFill>
                  <a:srgbClr val="0000FF"/>
                </a:solidFill>
                <a:latin typeface="Arial"/>
                <a:ea typeface="Arial"/>
                <a:cs typeface="Arial"/>
                <a:sym typeface="Arial"/>
              </a:rPr>
              <a:t>(10 minutos)</a:t>
            </a:r>
            <a:endParaRPr b="0" i="0" sz="1400" u="none" cap="none" strike="noStrike">
              <a:solidFill>
                <a:srgbClr val="0000FF"/>
              </a:solidFill>
              <a:latin typeface="Arial"/>
              <a:ea typeface="Arial"/>
              <a:cs typeface="Arial"/>
              <a:sym typeface="Arial"/>
            </a:endParaRPr>
          </a:p>
        </p:txBody>
      </p:sp>
      <p:sp>
        <p:nvSpPr>
          <p:cNvPr id="517" name="Google Shape;517;g3f74caaad3a_0_0"/>
          <p:cNvSpPr txBox="1"/>
          <p:nvPr/>
        </p:nvSpPr>
        <p:spPr>
          <a:xfrm>
            <a:off x="8344662" y="1273244"/>
            <a:ext cx="4011000" cy="12249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136447"/>
                </a:solidFill>
                <a:latin typeface="Poppins"/>
                <a:ea typeface="Poppins"/>
                <a:cs typeface="Poppins"/>
                <a:sym typeface="Poppins"/>
              </a:rPr>
              <a:t>The Nervous System</a:t>
            </a:r>
            <a:endParaRPr b="0" i="0" sz="2199" u="none" cap="none" strike="noStrike">
              <a:solidFill>
                <a:srgbClr val="136447"/>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0000FF"/>
                </a:solidFill>
                <a:latin typeface="Poppins"/>
                <a:ea typeface="Poppins"/>
                <a:cs typeface="Poppins"/>
                <a:sym typeface="Poppins"/>
              </a:rPr>
              <a:t>El sistema nervioso</a:t>
            </a:r>
            <a:endParaRPr b="0" i="0" sz="2199" u="none" cap="none" strike="noStrike">
              <a:solidFill>
                <a:srgbClr val="0000FF"/>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8" name="Google Shape;518;g3f74caaad3a_0_0"/>
          <p:cNvSpPr txBox="1"/>
          <p:nvPr/>
        </p:nvSpPr>
        <p:spPr>
          <a:xfrm>
            <a:off x="8252549" y="8726150"/>
            <a:ext cx="5476500" cy="504000"/>
          </a:xfrm>
          <a:prstGeom prst="rect">
            <a:avLst/>
          </a:prstGeom>
          <a:noFill/>
          <a:ln>
            <a:noFill/>
          </a:ln>
        </p:spPr>
        <p:txBody>
          <a:bodyPr anchorCtr="0" anchor="t" bIns="0" lIns="0" spcFirstLastPara="1" rIns="0" wrap="square" tIns="0">
            <a:spAutoFit/>
          </a:bodyPr>
          <a:lstStyle/>
          <a:p>
            <a:pPr indent="0" lvl="0" marL="0" marR="0" rtl="0" algn="l">
              <a:lnSpc>
                <a:spcPct val="130015"/>
              </a:lnSpc>
              <a:spcBef>
                <a:spcPts val="0"/>
              </a:spcBef>
              <a:spcAft>
                <a:spcPts val="0"/>
              </a:spcAft>
              <a:buClr>
                <a:srgbClr val="000000"/>
              </a:buClr>
              <a:buSzPts val="3275"/>
              <a:buFont typeface="Arial"/>
              <a:buNone/>
            </a:pPr>
            <a:r>
              <a:rPr b="0" i="0" lang="en-US" sz="3275" u="none" cap="none" strike="noStrike">
                <a:solidFill>
                  <a:srgbClr val="136447"/>
                </a:solidFill>
                <a:latin typeface="Arial"/>
                <a:ea typeface="Arial"/>
                <a:cs typeface="Arial"/>
                <a:sym typeface="Arial"/>
              </a:rPr>
              <a:t>05 (10 min) | </a:t>
            </a:r>
            <a:r>
              <a:rPr b="0" i="0" lang="en-US" sz="3275" u="none" cap="none" strike="noStrike">
                <a:solidFill>
                  <a:srgbClr val="0000FF"/>
                </a:solidFill>
                <a:latin typeface="Arial"/>
                <a:ea typeface="Arial"/>
                <a:cs typeface="Arial"/>
                <a:sym typeface="Arial"/>
              </a:rPr>
              <a:t>(10 minutos)</a:t>
            </a:r>
            <a:endParaRPr b="0" i="0" sz="1400" u="none" cap="none" strike="noStrike">
              <a:solidFill>
                <a:srgbClr val="0000FF"/>
              </a:solidFill>
              <a:latin typeface="Arial"/>
              <a:ea typeface="Arial"/>
              <a:cs typeface="Arial"/>
              <a:sym typeface="Arial"/>
            </a:endParaRPr>
          </a:p>
        </p:txBody>
      </p:sp>
      <p:sp>
        <p:nvSpPr>
          <p:cNvPr id="519" name="Google Shape;519;g3f74caaad3a_0_0"/>
          <p:cNvSpPr txBox="1"/>
          <p:nvPr/>
        </p:nvSpPr>
        <p:spPr>
          <a:xfrm>
            <a:off x="8252550" y="9322875"/>
            <a:ext cx="6022800" cy="812400"/>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136447"/>
                </a:solidFill>
                <a:latin typeface="Poppins"/>
                <a:ea typeface="Poppins"/>
                <a:cs typeface="Poppins"/>
                <a:sym typeface="Poppins"/>
              </a:rPr>
              <a:t>Nature, Nurture, and the Environment</a:t>
            </a:r>
            <a:endParaRPr b="0" i="0" sz="2199" u="none" cap="none" strike="noStrike">
              <a:solidFill>
                <a:srgbClr val="136447"/>
              </a:solidFill>
              <a:latin typeface="Poppins"/>
              <a:ea typeface="Poppins"/>
              <a:cs typeface="Poppins"/>
              <a:sym typeface="Poppins"/>
            </a:endParaRPr>
          </a:p>
          <a:p>
            <a:pPr indent="0" lvl="0" marL="0" marR="0" rtl="0" algn="l">
              <a:lnSpc>
                <a:spcPct val="140022"/>
              </a:lnSpc>
              <a:spcBef>
                <a:spcPts val="0"/>
              </a:spcBef>
              <a:spcAft>
                <a:spcPts val="0"/>
              </a:spcAft>
              <a:buClr>
                <a:srgbClr val="000000"/>
              </a:buClr>
              <a:buSzPts val="2199"/>
              <a:buFont typeface="Arial"/>
              <a:buNone/>
            </a:pPr>
            <a:r>
              <a:rPr b="0" i="0" lang="en-US" sz="2199" u="none" cap="none" strike="noStrike">
                <a:solidFill>
                  <a:srgbClr val="0000FF"/>
                </a:solidFill>
                <a:latin typeface="Poppins"/>
                <a:ea typeface="Poppins"/>
                <a:cs typeface="Poppins"/>
                <a:sym typeface="Poppins"/>
              </a:rPr>
              <a:t>Naturaleza, Crianza y el Medio Ambiente</a:t>
            </a:r>
            <a:endParaRPr b="0" i="0" sz="2199" u="none" cap="none" strike="noStrike">
              <a:solidFill>
                <a:srgbClr val="0000FF"/>
              </a:solidFill>
              <a:latin typeface="Poppins"/>
              <a:ea typeface="Poppins"/>
              <a:cs typeface="Poppins"/>
              <a:sym typeface="Poppins"/>
            </a:endParaRPr>
          </a:p>
        </p:txBody>
      </p:sp>
      <p:pic>
        <p:nvPicPr>
          <p:cNvPr id="520" name="Google Shape;520;g3f74caaad3a_0_0" title="Screenshot 2025-11-10 at 4.55.27 PM.png"/>
          <p:cNvPicPr preferRelativeResize="0"/>
          <p:nvPr/>
        </p:nvPicPr>
        <p:blipFill rotWithShape="1">
          <a:blip r:embed="rId4">
            <a:alphaModFix/>
          </a:blip>
          <a:srcRect b="0" l="0" r="0" t="0"/>
          <a:stretch/>
        </p:blipFill>
        <p:spPr>
          <a:xfrm>
            <a:off x="13979225" y="5548463"/>
            <a:ext cx="3584200" cy="4202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24" name="Shape 524"/>
        <p:cNvGrpSpPr/>
        <p:nvPr/>
      </p:nvGrpSpPr>
      <p:grpSpPr>
        <a:xfrm>
          <a:off x="0" y="0"/>
          <a:ext cx="0" cy="0"/>
          <a:chOff x="0" y="0"/>
          <a:chExt cx="0" cy="0"/>
        </a:xfrm>
      </p:grpSpPr>
      <p:sp>
        <p:nvSpPr>
          <p:cNvPr id="525" name="Google Shape;525;p3"/>
          <p:cNvSpPr/>
          <p:nvPr/>
        </p:nvSpPr>
        <p:spPr>
          <a:xfrm>
            <a:off x="9144000" y="0"/>
            <a:ext cx="9144000" cy="10287000"/>
          </a:xfrm>
          <a:prstGeom prst="rect">
            <a:avLst/>
          </a:pr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26" name="Google Shape;526;p3"/>
          <p:cNvGrpSpPr/>
          <p:nvPr/>
        </p:nvGrpSpPr>
        <p:grpSpPr>
          <a:xfrm>
            <a:off x="9301375" y="816126"/>
            <a:ext cx="3868578" cy="3727902"/>
            <a:chOff x="0" y="0"/>
            <a:chExt cx="10683728" cy="10295229"/>
          </a:xfrm>
        </p:grpSpPr>
        <p:sp>
          <p:nvSpPr>
            <p:cNvPr id="527" name="Google Shape;527;p3"/>
            <p:cNvSpPr/>
            <p:nvPr/>
          </p:nvSpPr>
          <p:spPr>
            <a:xfrm>
              <a:off x="0" y="0"/>
              <a:ext cx="10683728" cy="10295229"/>
            </a:xfrm>
            <a:custGeom>
              <a:rect b="b" l="l" r="r" t="t"/>
              <a:pathLst>
                <a:path extrusionOk="0" h="10295229" w="10683728">
                  <a:moveTo>
                    <a:pt x="0" y="0"/>
                  </a:moveTo>
                  <a:lnTo>
                    <a:pt x="10683728" y="0"/>
                  </a:lnTo>
                  <a:lnTo>
                    <a:pt x="10683728" y="10295229"/>
                  </a:lnTo>
                  <a:lnTo>
                    <a:pt x="0" y="10295229"/>
                  </a:lnTo>
                  <a:lnTo>
                    <a:pt x="0" y="0"/>
                  </a:lnTo>
                  <a:close/>
                </a:path>
              </a:pathLst>
            </a:custGeom>
            <a:blipFill rotWithShape="1">
              <a:blip r:embed="rId3">
                <a:alphaModFix/>
              </a:blip>
              <a:stretch>
                <a:fillRect b="0" l="0" r="0" t="0"/>
              </a:stretch>
            </a:blipFill>
            <a:ln>
              <a:noFill/>
            </a:ln>
          </p:spPr>
        </p:sp>
        <p:sp>
          <p:nvSpPr>
            <p:cNvPr id="528" name="Google Shape;528;p3"/>
            <p:cNvSpPr/>
            <p:nvPr/>
          </p:nvSpPr>
          <p:spPr>
            <a:xfrm rot="-4111755">
              <a:off x="5563526" y="2099066"/>
              <a:ext cx="2335509" cy="2676277"/>
            </a:xfrm>
            <a:custGeom>
              <a:rect b="b" l="l" r="r" t="t"/>
              <a:pathLst>
                <a:path extrusionOk="0" h="2676277" w="2335509">
                  <a:moveTo>
                    <a:pt x="0" y="0"/>
                  </a:moveTo>
                  <a:lnTo>
                    <a:pt x="2335509" y="0"/>
                  </a:lnTo>
                  <a:lnTo>
                    <a:pt x="2335509" y="2676277"/>
                  </a:lnTo>
                  <a:lnTo>
                    <a:pt x="0" y="2676277"/>
                  </a:lnTo>
                  <a:lnTo>
                    <a:pt x="0" y="0"/>
                  </a:lnTo>
                  <a:close/>
                </a:path>
              </a:pathLst>
            </a:custGeom>
            <a:blipFill rotWithShape="1">
              <a:blip r:embed="rId4">
                <a:alphaModFix/>
              </a:blip>
              <a:stretch>
                <a:fillRect b="0" l="0" r="0" t="0"/>
              </a:stretch>
            </a:blipFill>
            <a:ln>
              <a:noFill/>
            </a:ln>
          </p:spPr>
        </p:sp>
      </p:grpSp>
      <p:sp>
        <p:nvSpPr>
          <p:cNvPr id="529" name="Google Shape;529;p3"/>
          <p:cNvSpPr txBox="1"/>
          <p:nvPr/>
        </p:nvSpPr>
        <p:spPr>
          <a:xfrm>
            <a:off x="569525" y="565825"/>
            <a:ext cx="8351400" cy="23274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6216"/>
              <a:buFont typeface="Arial"/>
              <a:buNone/>
            </a:pPr>
            <a:r>
              <a:rPr b="0" i="0" lang="en-US" sz="6216" u="none" cap="none" strike="noStrike">
                <a:solidFill>
                  <a:srgbClr val="136447"/>
                </a:solidFill>
                <a:latin typeface="Arial"/>
                <a:ea typeface="Arial"/>
                <a:cs typeface="Arial"/>
                <a:sym typeface="Arial"/>
              </a:rPr>
              <a:t>Warm Up Poll</a:t>
            </a:r>
            <a:endParaRPr b="0" i="0" sz="6216" u="none" cap="none" strike="noStrike">
              <a:solidFill>
                <a:srgbClr val="136447"/>
              </a:solidFill>
              <a:latin typeface="Arial"/>
              <a:ea typeface="Arial"/>
              <a:cs typeface="Arial"/>
              <a:sym typeface="Arial"/>
            </a:endParaRPr>
          </a:p>
          <a:p>
            <a:pPr indent="0" lvl="0" marL="0" marR="0" rtl="0" algn="ctr">
              <a:lnSpc>
                <a:spcPct val="75000"/>
              </a:lnSpc>
              <a:spcBef>
                <a:spcPts val="0"/>
              </a:spcBef>
              <a:spcAft>
                <a:spcPts val="0"/>
              </a:spcAft>
              <a:buClr>
                <a:srgbClr val="000000"/>
              </a:buClr>
              <a:buSzPts val="6216"/>
              <a:buFont typeface="Arial"/>
              <a:buNone/>
            </a:pPr>
            <a:r>
              <a:rPr b="0" i="0" lang="en-US" sz="6216" u="none" cap="none" strike="noStrike">
                <a:solidFill>
                  <a:srgbClr val="4A86E8"/>
                </a:solidFill>
                <a:latin typeface="Arial"/>
                <a:ea typeface="Arial"/>
                <a:cs typeface="Arial"/>
                <a:sym typeface="Arial"/>
              </a:rPr>
              <a:t>Encuesta de </a:t>
            </a:r>
            <a:r>
              <a:rPr lang="en-US" sz="6216">
                <a:solidFill>
                  <a:srgbClr val="4A86E8"/>
                </a:solidFill>
              </a:rPr>
              <a:t>inicio</a:t>
            </a:r>
            <a:r>
              <a:rPr b="0" i="0" lang="en-US" sz="10216" u="none" cap="none" strike="noStrike">
                <a:solidFill>
                  <a:srgbClr val="4A86E8"/>
                </a:solidFill>
                <a:latin typeface="Arial"/>
                <a:ea typeface="Arial"/>
                <a:cs typeface="Arial"/>
                <a:sym typeface="Arial"/>
              </a:rPr>
              <a:t>:</a:t>
            </a:r>
            <a:endParaRPr b="0" i="0" sz="800" u="none" cap="none" strike="noStrike">
              <a:solidFill>
                <a:srgbClr val="4A86E8"/>
              </a:solidFill>
              <a:latin typeface="Arial"/>
              <a:ea typeface="Arial"/>
              <a:cs typeface="Arial"/>
              <a:sym typeface="Arial"/>
            </a:endParaRPr>
          </a:p>
        </p:txBody>
      </p:sp>
      <p:sp>
        <p:nvSpPr>
          <p:cNvPr id="530" name="Google Shape;530;p3"/>
          <p:cNvSpPr txBox="1"/>
          <p:nvPr/>
        </p:nvSpPr>
        <p:spPr>
          <a:xfrm>
            <a:off x="792575" y="4707400"/>
            <a:ext cx="8351400" cy="54537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2999"/>
              <a:buFont typeface="Arial"/>
              <a:buNone/>
            </a:pPr>
            <a:r>
              <a:rPr b="0" i="0" lang="en-US" sz="2999" u="none" cap="none" strike="noStrike">
                <a:solidFill>
                  <a:srgbClr val="136447"/>
                </a:solidFill>
                <a:latin typeface="Poppins"/>
                <a:ea typeface="Poppins"/>
                <a:cs typeface="Poppins"/>
                <a:sym typeface="Poppins"/>
              </a:rPr>
              <a:t>What do you think influences behavior the most?</a:t>
            </a:r>
            <a:endParaRPr b="0" i="0" sz="2999"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2999"/>
              <a:buFont typeface="Arial"/>
              <a:buNone/>
            </a:pPr>
            <a:r>
              <a:rPr b="0" i="0" lang="en-US" sz="2999" u="none" cap="none" strike="noStrike">
                <a:solidFill>
                  <a:srgbClr val="0000FF"/>
                </a:solidFill>
                <a:latin typeface="Poppins"/>
                <a:ea typeface="Poppins"/>
                <a:cs typeface="Poppins"/>
                <a:sym typeface="Poppins"/>
              </a:rPr>
              <a:t>¿Qué crees que influye más en el comportamiento?</a:t>
            </a:r>
            <a:endParaRPr b="0" i="0" sz="2999" u="none" cap="none" strike="noStrike">
              <a:solidFill>
                <a:srgbClr val="0000FF"/>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3199"/>
              <a:buFont typeface="Arial"/>
              <a:buNone/>
            </a:pPr>
            <a:r>
              <a:t/>
            </a:r>
            <a:endParaRPr b="0" i="0" sz="3199" u="none" cap="none" strike="noStrike">
              <a:solidFill>
                <a:srgbClr val="136447"/>
              </a:solidFill>
              <a:latin typeface="Poppins"/>
              <a:ea typeface="Poppins"/>
              <a:cs typeface="Poppins"/>
              <a:sym typeface="Poppins"/>
            </a:endParaRPr>
          </a:p>
          <a:p>
            <a:pPr indent="-431737" lvl="0" marL="457200" marR="0" rtl="0" algn="l">
              <a:lnSpc>
                <a:spcPct val="130009"/>
              </a:lnSpc>
              <a:spcBef>
                <a:spcPts val="0"/>
              </a:spcBef>
              <a:spcAft>
                <a:spcPts val="0"/>
              </a:spcAft>
              <a:buClr>
                <a:srgbClr val="136447"/>
              </a:buClr>
              <a:buSzPts val="3199"/>
              <a:buFont typeface="Poppins"/>
              <a:buAutoNum type="alphaUcPeriod"/>
            </a:pPr>
            <a:r>
              <a:rPr b="0" i="0" lang="en-US" sz="3199" u="none" cap="none" strike="noStrike">
                <a:solidFill>
                  <a:srgbClr val="136447"/>
                </a:solidFill>
                <a:latin typeface="Poppins"/>
                <a:ea typeface="Poppins"/>
                <a:cs typeface="Poppins"/>
                <a:sym typeface="Poppins"/>
              </a:rPr>
              <a:t>The Brain | </a:t>
            </a:r>
            <a:r>
              <a:rPr b="0" i="0" lang="en-US" sz="3199" u="none" cap="none" strike="noStrike">
                <a:solidFill>
                  <a:srgbClr val="0000FF"/>
                </a:solidFill>
                <a:latin typeface="Poppins"/>
                <a:ea typeface="Poppins"/>
                <a:cs typeface="Poppins"/>
                <a:sym typeface="Poppins"/>
              </a:rPr>
              <a:t>El Cerebro</a:t>
            </a:r>
            <a:endParaRPr b="0" i="0" sz="3199" u="none" cap="none" strike="noStrike">
              <a:solidFill>
                <a:srgbClr val="0000FF"/>
              </a:solidFill>
              <a:latin typeface="Poppins"/>
              <a:ea typeface="Poppins"/>
              <a:cs typeface="Poppins"/>
              <a:sym typeface="Poppins"/>
            </a:endParaRPr>
          </a:p>
          <a:p>
            <a:pPr indent="-431737" lvl="0" marL="457200" marR="0" rtl="0" algn="l">
              <a:lnSpc>
                <a:spcPct val="130009"/>
              </a:lnSpc>
              <a:spcBef>
                <a:spcPts val="0"/>
              </a:spcBef>
              <a:spcAft>
                <a:spcPts val="0"/>
              </a:spcAft>
              <a:buClr>
                <a:srgbClr val="136447"/>
              </a:buClr>
              <a:buSzPts val="3199"/>
              <a:buFont typeface="Poppins"/>
              <a:buAutoNum type="alphaUcPeriod"/>
            </a:pPr>
            <a:r>
              <a:rPr b="0" i="0" lang="en-US" sz="3199" u="none" cap="none" strike="noStrike">
                <a:solidFill>
                  <a:srgbClr val="136447"/>
                </a:solidFill>
                <a:latin typeface="Poppins"/>
                <a:ea typeface="Poppins"/>
                <a:cs typeface="Poppins"/>
                <a:sym typeface="Poppins"/>
              </a:rPr>
              <a:t>Hormones | </a:t>
            </a:r>
            <a:r>
              <a:rPr b="0" i="0" lang="en-US" sz="3199" u="none" cap="none" strike="noStrike">
                <a:solidFill>
                  <a:srgbClr val="0000FF"/>
                </a:solidFill>
                <a:latin typeface="Poppins"/>
                <a:ea typeface="Poppins"/>
                <a:cs typeface="Poppins"/>
                <a:sym typeface="Poppins"/>
              </a:rPr>
              <a:t>Hormonas</a:t>
            </a:r>
            <a:endParaRPr b="0" i="0" sz="3199" u="none" cap="none" strike="noStrike">
              <a:solidFill>
                <a:srgbClr val="0000FF"/>
              </a:solidFill>
              <a:latin typeface="Poppins"/>
              <a:ea typeface="Poppins"/>
              <a:cs typeface="Poppins"/>
              <a:sym typeface="Poppins"/>
            </a:endParaRPr>
          </a:p>
          <a:p>
            <a:pPr indent="-431737" lvl="0" marL="457200" marR="0" rtl="0" algn="l">
              <a:lnSpc>
                <a:spcPct val="130009"/>
              </a:lnSpc>
              <a:spcBef>
                <a:spcPts val="0"/>
              </a:spcBef>
              <a:spcAft>
                <a:spcPts val="0"/>
              </a:spcAft>
              <a:buClr>
                <a:srgbClr val="136447"/>
              </a:buClr>
              <a:buSzPts val="3199"/>
              <a:buFont typeface="Poppins"/>
              <a:buAutoNum type="alphaUcPeriod"/>
            </a:pPr>
            <a:r>
              <a:rPr b="0" i="0" lang="en-US" sz="3199" u="none" cap="none" strike="noStrike">
                <a:solidFill>
                  <a:srgbClr val="136447"/>
                </a:solidFill>
                <a:latin typeface="Poppins"/>
                <a:ea typeface="Poppins"/>
                <a:cs typeface="Poppins"/>
                <a:sym typeface="Poppins"/>
              </a:rPr>
              <a:t>Life Experiences | </a:t>
            </a:r>
            <a:r>
              <a:rPr b="0" i="0" lang="en-US" sz="3199" u="none" cap="none" strike="noStrike">
                <a:solidFill>
                  <a:srgbClr val="0000FF"/>
                </a:solidFill>
                <a:latin typeface="Poppins"/>
                <a:ea typeface="Poppins"/>
                <a:cs typeface="Poppins"/>
                <a:sym typeface="Poppins"/>
              </a:rPr>
              <a:t>Experiencias de vida</a:t>
            </a:r>
            <a:endParaRPr b="0" i="0" sz="3199" u="none" cap="none" strike="noStrike">
              <a:solidFill>
                <a:srgbClr val="0000FF"/>
              </a:solidFill>
              <a:latin typeface="Poppins"/>
              <a:ea typeface="Poppins"/>
              <a:cs typeface="Poppins"/>
              <a:sym typeface="Poppins"/>
            </a:endParaRPr>
          </a:p>
          <a:p>
            <a:pPr indent="-431737" lvl="0" marL="457200" marR="0" rtl="0" algn="l">
              <a:lnSpc>
                <a:spcPct val="130009"/>
              </a:lnSpc>
              <a:spcBef>
                <a:spcPts val="0"/>
              </a:spcBef>
              <a:spcAft>
                <a:spcPts val="0"/>
              </a:spcAft>
              <a:buClr>
                <a:srgbClr val="136447"/>
              </a:buClr>
              <a:buSzPts val="3199"/>
              <a:buFont typeface="Poppins"/>
              <a:buAutoNum type="alphaUcPeriod"/>
            </a:pPr>
            <a:r>
              <a:rPr b="0" i="0" lang="en-US" sz="3199" u="none" cap="none" strike="noStrike">
                <a:solidFill>
                  <a:srgbClr val="136447"/>
                </a:solidFill>
                <a:latin typeface="Poppins"/>
                <a:ea typeface="Poppins"/>
                <a:cs typeface="Poppins"/>
                <a:sym typeface="Poppins"/>
              </a:rPr>
              <a:t>Social Environment | </a:t>
            </a:r>
            <a:r>
              <a:rPr b="0" i="0" lang="en-US" sz="3199" u="none" cap="none" strike="noStrike">
                <a:solidFill>
                  <a:srgbClr val="0000FF"/>
                </a:solidFill>
                <a:latin typeface="Poppins"/>
                <a:ea typeface="Poppins"/>
                <a:cs typeface="Poppins"/>
                <a:sym typeface="Poppins"/>
              </a:rPr>
              <a:t>Entorno social</a:t>
            </a:r>
            <a:endParaRPr b="0" i="0" sz="3199" u="none" cap="none" strike="noStrike">
              <a:solidFill>
                <a:srgbClr val="0000FF"/>
              </a:solidFill>
              <a:latin typeface="Poppins"/>
              <a:ea typeface="Poppins"/>
              <a:cs typeface="Poppins"/>
              <a:sym typeface="Poppins"/>
            </a:endParaRPr>
          </a:p>
        </p:txBody>
      </p:sp>
      <p:sp>
        <p:nvSpPr>
          <p:cNvPr id="531" name="Google Shape;531;p3"/>
          <p:cNvSpPr/>
          <p:nvPr/>
        </p:nvSpPr>
        <p:spPr>
          <a:xfrm>
            <a:off x="992679" y="4099961"/>
            <a:ext cx="8151296" cy="459396"/>
          </a:xfrm>
          <a:custGeom>
            <a:rect b="b" l="l" r="r" t="t"/>
            <a:pathLst>
              <a:path extrusionOk="0" h="459396" w="8151296">
                <a:moveTo>
                  <a:pt x="0" y="0"/>
                </a:moveTo>
                <a:lnTo>
                  <a:pt x="8151296" y="0"/>
                </a:lnTo>
                <a:lnTo>
                  <a:pt x="8151296" y="459396"/>
                </a:lnTo>
                <a:lnTo>
                  <a:pt x="0" y="459396"/>
                </a:lnTo>
                <a:lnTo>
                  <a:pt x="0" y="0"/>
                </a:lnTo>
                <a:close/>
              </a:path>
            </a:pathLst>
          </a:custGeom>
          <a:blipFill rotWithShape="1">
            <a:blip r:embed="rId5">
              <a:alphaModFix amt="50000"/>
            </a:blip>
            <a:stretch>
              <a:fillRect b="-385464" l="0" r="0" t="-385464"/>
            </a:stretch>
          </a:blipFill>
          <a:ln>
            <a:noFill/>
          </a:ln>
        </p:spPr>
      </p:sp>
      <p:pic>
        <p:nvPicPr>
          <p:cNvPr descr="a brain with a magnifying glass attached to it 's eye (Provided by Tenor)" id="532" name="Google Shape;532;p3"/>
          <p:cNvPicPr preferRelativeResize="0"/>
          <p:nvPr/>
        </p:nvPicPr>
        <p:blipFill rotWithShape="1">
          <a:blip r:embed="rId6">
            <a:alphaModFix/>
          </a:blip>
          <a:srcRect b="0" l="0" r="0" t="0"/>
          <a:stretch/>
        </p:blipFill>
        <p:spPr>
          <a:xfrm>
            <a:off x="14052100" y="1237750"/>
            <a:ext cx="3727900" cy="3727900"/>
          </a:xfrm>
          <a:prstGeom prst="rect">
            <a:avLst/>
          </a:prstGeom>
          <a:noFill/>
          <a:ln>
            <a:noFill/>
          </a:ln>
        </p:spPr>
      </p:pic>
      <p:pic>
        <p:nvPicPr>
          <p:cNvPr descr="Free Images : sunset, beach, sand, friends, friendship, vaction ..." id="533" name="Google Shape;533;p3"/>
          <p:cNvPicPr preferRelativeResize="0"/>
          <p:nvPr/>
        </p:nvPicPr>
        <p:blipFill rotWithShape="1">
          <a:blip r:embed="rId7">
            <a:alphaModFix/>
          </a:blip>
          <a:srcRect b="0" l="0" r="0" t="0"/>
          <a:stretch/>
        </p:blipFill>
        <p:spPr>
          <a:xfrm>
            <a:off x="10575174" y="5339226"/>
            <a:ext cx="6281651" cy="3889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37" name="Shape 537"/>
        <p:cNvGrpSpPr/>
        <p:nvPr/>
      </p:nvGrpSpPr>
      <p:grpSpPr>
        <a:xfrm>
          <a:off x="0" y="0"/>
          <a:ext cx="0" cy="0"/>
          <a:chOff x="0" y="0"/>
          <a:chExt cx="0" cy="0"/>
        </a:xfrm>
      </p:grpSpPr>
      <p:cxnSp>
        <p:nvCxnSpPr>
          <p:cNvPr id="538" name="Google Shape;538;p4"/>
          <p:cNvCxnSpPr/>
          <p:nvPr/>
        </p:nvCxnSpPr>
        <p:spPr>
          <a:xfrm>
            <a:off x="1460392" y="6345394"/>
            <a:ext cx="15367200" cy="0"/>
          </a:xfrm>
          <a:prstGeom prst="straightConnector1">
            <a:avLst/>
          </a:prstGeom>
          <a:noFill/>
          <a:ln cap="rnd" cmpd="sng" w="28575">
            <a:solidFill>
              <a:srgbClr val="136447"/>
            </a:solidFill>
            <a:prstDash val="solid"/>
            <a:round/>
            <a:headEnd len="sm" w="sm" type="none"/>
            <a:tailEnd len="sm" w="sm" type="none"/>
          </a:ln>
        </p:spPr>
      </p:cxnSp>
      <p:cxnSp>
        <p:nvCxnSpPr>
          <p:cNvPr id="539" name="Google Shape;539;p4"/>
          <p:cNvCxnSpPr/>
          <p:nvPr/>
        </p:nvCxnSpPr>
        <p:spPr>
          <a:xfrm>
            <a:off x="1460392" y="7922208"/>
            <a:ext cx="15367200" cy="0"/>
          </a:xfrm>
          <a:prstGeom prst="straightConnector1">
            <a:avLst/>
          </a:prstGeom>
          <a:noFill/>
          <a:ln cap="rnd" cmpd="sng" w="28575">
            <a:solidFill>
              <a:srgbClr val="136447"/>
            </a:solidFill>
            <a:prstDash val="solid"/>
            <a:round/>
            <a:headEnd len="sm" w="sm" type="none"/>
            <a:tailEnd len="sm" w="sm" type="none"/>
          </a:ln>
        </p:spPr>
      </p:cxnSp>
      <p:sp>
        <p:nvSpPr>
          <p:cNvPr id="540" name="Google Shape;540;p4"/>
          <p:cNvSpPr txBox="1"/>
          <p:nvPr/>
        </p:nvSpPr>
        <p:spPr>
          <a:xfrm>
            <a:off x="1599900" y="6482398"/>
            <a:ext cx="15088200" cy="1574700"/>
          </a:xfrm>
          <a:prstGeom prst="rect">
            <a:avLst/>
          </a:prstGeom>
          <a:noFill/>
          <a:ln>
            <a:noFill/>
          </a:ln>
        </p:spPr>
        <p:txBody>
          <a:bodyPr anchorCtr="0" anchor="t" bIns="0" lIns="0" spcFirstLastPara="1" rIns="0" wrap="square" tIns="0">
            <a:spAutoFit/>
          </a:bodyPr>
          <a:lstStyle/>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2D2F3B"/>
                </a:solidFill>
                <a:latin typeface="Poppins Medium"/>
                <a:ea typeface="Poppins Medium"/>
                <a:cs typeface="Poppins Medium"/>
                <a:sym typeface="Poppins Medium"/>
              </a:rPr>
              <a:t>The Body’s Command Center</a:t>
            </a:r>
            <a:endParaRPr b="1" i="0" sz="3396" u="none" cap="none" strike="noStrike">
              <a:solidFill>
                <a:srgbClr val="2D2F3B"/>
              </a:solidFill>
              <a:latin typeface="Poppins Medium"/>
              <a:ea typeface="Poppins Medium"/>
              <a:cs typeface="Poppins Medium"/>
              <a:sym typeface="Poppins Medium"/>
            </a:endParaRPr>
          </a:p>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0000FF"/>
                </a:solidFill>
                <a:latin typeface="Poppins Medium"/>
                <a:ea typeface="Poppins Medium"/>
                <a:cs typeface="Poppins Medium"/>
                <a:sym typeface="Poppins Medium"/>
              </a:rPr>
              <a:t>El centro de mando del cuerpo</a:t>
            </a:r>
            <a:endParaRPr b="1" i="0" sz="3396" u="none" cap="none" strike="noStrike">
              <a:solidFill>
                <a:srgbClr val="0000FF"/>
              </a:solidFill>
              <a:latin typeface="Poppins Medium"/>
              <a:ea typeface="Poppins Medium"/>
              <a:cs typeface="Poppins Medium"/>
              <a:sym typeface="Poppins Medium"/>
            </a:endParaRPr>
          </a:p>
          <a:p>
            <a:pPr indent="0" lvl="0" marL="0" marR="0" rtl="0" algn="ctr">
              <a:lnSpc>
                <a:spcPct val="130005"/>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
          <p:cNvSpPr/>
          <p:nvPr/>
        </p:nvSpPr>
        <p:spPr>
          <a:xfrm>
            <a:off x="-3544760" y="-2516060"/>
            <a:ext cx="7089520" cy="7089520"/>
          </a:xfrm>
          <a:custGeom>
            <a:rect b="b" l="l" r="r" t="t"/>
            <a:pathLst>
              <a:path extrusionOk="0" h="7089520" w="7089520">
                <a:moveTo>
                  <a:pt x="0" y="0"/>
                </a:moveTo>
                <a:lnTo>
                  <a:pt x="7089520" y="0"/>
                </a:lnTo>
                <a:lnTo>
                  <a:pt x="7089520" y="7089520"/>
                </a:lnTo>
                <a:lnTo>
                  <a:pt x="0" y="7089520"/>
                </a:lnTo>
                <a:lnTo>
                  <a:pt x="0" y="0"/>
                </a:lnTo>
                <a:close/>
              </a:path>
            </a:pathLst>
          </a:custGeom>
          <a:blipFill rotWithShape="1">
            <a:blip r:embed="rId3">
              <a:alphaModFix amt="19999"/>
            </a:blip>
            <a:stretch>
              <a:fillRect b="0" l="0" r="0" t="0"/>
            </a:stretch>
          </a:blipFill>
          <a:ln>
            <a:noFill/>
          </a:ln>
        </p:spPr>
      </p:sp>
      <p:sp>
        <p:nvSpPr>
          <p:cNvPr id="542" name="Google Shape;542;p4"/>
          <p:cNvSpPr/>
          <p:nvPr/>
        </p:nvSpPr>
        <p:spPr>
          <a:xfrm rot="7549458">
            <a:off x="14024911" y="-1336598"/>
            <a:ext cx="5326505" cy="4726063"/>
          </a:xfrm>
          <a:custGeom>
            <a:rect b="b" l="l" r="r" t="t"/>
            <a:pathLst>
              <a:path extrusionOk="0" h="4726063" w="5326505">
                <a:moveTo>
                  <a:pt x="0" y="0"/>
                </a:moveTo>
                <a:lnTo>
                  <a:pt x="5326504" y="0"/>
                </a:lnTo>
                <a:lnTo>
                  <a:pt x="5326504" y="4726062"/>
                </a:lnTo>
                <a:lnTo>
                  <a:pt x="0" y="4726062"/>
                </a:lnTo>
                <a:lnTo>
                  <a:pt x="0" y="0"/>
                </a:lnTo>
                <a:close/>
              </a:path>
            </a:pathLst>
          </a:custGeom>
          <a:blipFill rotWithShape="1">
            <a:blip r:embed="rId4">
              <a:alphaModFix amt="19999"/>
            </a:blip>
            <a:stretch>
              <a:fillRect b="0" l="0" r="0" t="0"/>
            </a:stretch>
          </a:blipFill>
          <a:ln>
            <a:noFill/>
          </a:ln>
        </p:spPr>
      </p:sp>
      <p:sp>
        <p:nvSpPr>
          <p:cNvPr id="543" name="Google Shape;543;p4"/>
          <p:cNvSpPr/>
          <p:nvPr/>
        </p:nvSpPr>
        <p:spPr>
          <a:xfrm rot="7549458">
            <a:off x="8809396" y="-912016"/>
            <a:ext cx="3930564" cy="3881432"/>
          </a:xfrm>
          <a:custGeom>
            <a:rect b="b" l="l" r="r" t="t"/>
            <a:pathLst>
              <a:path extrusionOk="0" h="3881432" w="3930564">
                <a:moveTo>
                  <a:pt x="0" y="0"/>
                </a:moveTo>
                <a:lnTo>
                  <a:pt x="3930564" y="0"/>
                </a:lnTo>
                <a:lnTo>
                  <a:pt x="3930564" y="3881432"/>
                </a:lnTo>
                <a:lnTo>
                  <a:pt x="0" y="3881432"/>
                </a:lnTo>
                <a:lnTo>
                  <a:pt x="0" y="0"/>
                </a:lnTo>
                <a:close/>
              </a:path>
            </a:pathLst>
          </a:custGeom>
          <a:blipFill rotWithShape="1">
            <a:blip r:embed="rId5">
              <a:alphaModFix amt="19999"/>
            </a:blip>
            <a:stretch>
              <a:fillRect b="0" l="0" r="0" t="0"/>
            </a:stretch>
          </a:blipFill>
          <a:ln>
            <a:noFill/>
          </a:ln>
        </p:spPr>
      </p:sp>
      <p:sp>
        <p:nvSpPr>
          <p:cNvPr id="544" name="Google Shape;544;p4"/>
          <p:cNvSpPr txBox="1"/>
          <p:nvPr/>
        </p:nvSpPr>
        <p:spPr>
          <a:xfrm>
            <a:off x="1460392" y="2994888"/>
            <a:ext cx="15367200" cy="34875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10299"/>
              <a:buFont typeface="Arial"/>
              <a:buNone/>
            </a:pPr>
            <a:r>
              <a:rPr b="0" i="0" lang="en-US" sz="10299" u="none" cap="none" strike="noStrike">
                <a:solidFill>
                  <a:srgbClr val="136447"/>
                </a:solidFill>
                <a:latin typeface="Arial"/>
                <a:ea typeface="Arial"/>
                <a:cs typeface="Arial"/>
                <a:sym typeface="Arial"/>
              </a:rPr>
              <a:t>The Nervous System</a:t>
            </a:r>
            <a:endParaRPr b="0" i="0" sz="10299" u="none" cap="none" strike="noStrike">
              <a:solidFill>
                <a:srgbClr val="136447"/>
              </a:solidFill>
              <a:latin typeface="Arial"/>
              <a:ea typeface="Arial"/>
              <a:cs typeface="Arial"/>
              <a:sym typeface="Arial"/>
            </a:endParaRPr>
          </a:p>
          <a:p>
            <a:pPr indent="0" lvl="0" marL="0" marR="0" rtl="0" algn="ctr">
              <a:lnSpc>
                <a:spcPct val="120002"/>
              </a:lnSpc>
              <a:spcBef>
                <a:spcPts val="0"/>
              </a:spcBef>
              <a:spcAft>
                <a:spcPts val="0"/>
              </a:spcAft>
              <a:buClr>
                <a:srgbClr val="000000"/>
              </a:buClr>
              <a:buSzPts val="10299"/>
              <a:buFont typeface="Arial"/>
              <a:buNone/>
            </a:pPr>
            <a:r>
              <a:rPr b="0" i="0" lang="en-US" sz="10299" u="none" cap="none" strike="noStrike">
                <a:solidFill>
                  <a:srgbClr val="0000FF"/>
                </a:solidFill>
                <a:latin typeface="Arial"/>
                <a:ea typeface="Arial"/>
                <a:cs typeface="Arial"/>
                <a:sym typeface="Arial"/>
              </a:rPr>
              <a:t>El sistema nervioso</a:t>
            </a:r>
            <a:endParaRPr b="0" i="0" sz="10299" u="none" cap="none" strike="noStrike">
              <a:solidFill>
                <a:srgbClr val="0000FF"/>
              </a:solidFill>
              <a:latin typeface="Arial"/>
              <a:ea typeface="Arial"/>
              <a:cs typeface="Arial"/>
              <a:sym typeface="Arial"/>
            </a:endParaRPr>
          </a:p>
        </p:txBody>
      </p:sp>
      <p:sp>
        <p:nvSpPr>
          <p:cNvPr id="545" name="Google Shape;545;p4"/>
          <p:cNvSpPr/>
          <p:nvPr/>
        </p:nvSpPr>
        <p:spPr>
          <a:xfrm flipH="1" rot="4010350">
            <a:off x="5149298" y="-796465"/>
            <a:ext cx="2056093" cy="4272401"/>
          </a:xfrm>
          <a:custGeom>
            <a:rect b="b" l="l" r="r" t="t"/>
            <a:pathLst>
              <a:path extrusionOk="0" h="4272401" w="2056093">
                <a:moveTo>
                  <a:pt x="2056093" y="0"/>
                </a:moveTo>
                <a:lnTo>
                  <a:pt x="0" y="0"/>
                </a:lnTo>
                <a:lnTo>
                  <a:pt x="0" y="4272401"/>
                </a:lnTo>
                <a:lnTo>
                  <a:pt x="2056093" y="4272401"/>
                </a:lnTo>
                <a:lnTo>
                  <a:pt x="2056093" y="0"/>
                </a:lnTo>
                <a:close/>
              </a:path>
            </a:pathLst>
          </a:custGeom>
          <a:blipFill rotWithShape="1">
            <a:blip r:embed="rId6">
              <a:alphaModFix amt="19999"/>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49" name="Shape 549"/>
        <p:cNvGrpSpPr/>
        <p:nvPr/>
      </p:nvGrpSpPr>
      <p:grpSpPr>
        <a:xfrm>
          <a:off x="0" y="0"/>
          <a:ext cx="0" cy="0"/>
          <a:chOff x="0" y="0"/>
          <a:chExt cx="0" cy="0"/>
        </a:xfrm>
      </p:grpSpPr>
      <p:pic>
        <p:nvPicPr>
          <p:cNvPr id="550" name="Google Shape;550;p5" title="Screenshot 2025-11-12 at 11.01.10 AM.png"/>
          <p:cNvPicPr preferRelativeResize="0"/>
          <p:nvPr/>
        </p:nvPicPr>
        <p:blipFill rotWithShape="1">
          <a:blip r:embed="rId3">
            <a:alphaModFix/>
          </a:blip>
          <a:srcRect b="0" l="0" r="0" t="0"/>
          <a:stretch/>
        </p:blipFill>
        <p:spPr>
          <a:xfrm>
            <a:off x="7926174" y="823838"/>
            <a:ext cx="9743524" cy="8639349"/>
          </a:xfrm>
          <a:prstGeom prst="rect">
            <a:avLst/>
          </a:prstGeom>
          <a:noFill/>
          <a:ln>
            <a:noFill/>
          </a:ln>
        </p:spPr>
      </p:pic>
      <p:pic>
        <p:nvPicPr>
          <p:cNvPr id="551" name="Google Shape;551;p5" title="Screenshot 2025-11-18 at 9.47.14 AM.png"/>
          <p:cNvPicPr preferRelativeResize="0"/>
          <p:nvPr/>
        </p:nvPicPr>
        <p:blipFill rotWithShape="1">
          <a:blip r:embed="rId4">
            <a:alphaModFix/>
          </a:blip>
          <a:srcRect b="0" l="0" r="0" t="0"/>
          <a:stretch/>
        </p:blipFill>
        <p:spPr>
          <a:xfrm>
            <a:off x="1643175" y="691775"/>
            <a:ext cx="5592049" cy="9200324"/>
          </a:xfrm>
          <a:prstGeom prst="rect">
            <a:avLst/>
          </a:prstGeom>
          <a:noFill/>
          <a:ln>
            <a:noFill/>
          </a:ln>
        </p:spPr>
      </p:pic>
      <p:sp>
        <p:nvSpPr>
          <p:cNvPr id="552" name="Google Shape;552;p5"/>
          <p:cNvSpPr txBox="1"/>
          <p:nvPr/>
        </p:nvSpPr>
        <p:spPr>
          <a:xfrm>
            <a:off x="9786863" y="177725"/>
            <a:ext cx="6969900" cy="124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FF"/>
                </a:solidFill>
                <a:latin typeface="Poppins"/>
                <a:ea typeface="Poppins"/>
                <a:cs typeface="Poppins"/>
                <a:sym typeface="Poppins"/>
              </a:rPr>
              <a:t>sistema nervioso humano</a:t>
            </a:r>
            <a:endParaRPr b="1" i="0" sz="3200" u="none" cap="none" strike="noStrike">
              <a:solidFill>
                <a:srgbClr val="0000FF"/>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56" name="Shape 556"/>
        <p:cNvGrpSpPr/>
        <p:nvPr/>
      </p:nvGrpSpPr>
      <p:grpSpPr>
        <a:xfrm>
          <a:off x="0" y="0"/>
          <a:ext cx="0" cy="0"/>
          <a:chOff x="0" y="0"/>
          <a:chExt cx="0" cy="0"/>
        </a:xfrm>
      </p:grpSpPr>
      <p:sp>
        <p:nvSpPr>
          <p:cNvPr id="557" name="Google Shape;557;p6"/>
          <p:cNvSpPr txBox="1"/>
          <p:nvPr/>
        </p:nvSpPr>
        <p:spPr>
          <a:xfrm>
            <a:off x="791098" y="791500"/>
            <a:ext cx="10184100" cy="21270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008"/>
              <a:buFont typeface="Arial"/>
              <a:buNone/>
            </a:pPr>
            <a:r>
              <a:rPr b="1" i="0" lang="en-US" sz="6008" u="none" cap="none" strike="noStrike">
                <a:solidFill>
                  <a:srgbClr val="136447"/>
                </a:solidFill>
                <a:latin typeface="Poppins"/>
                <a:ea typeface="Poppins"/>
                <a:cs typeface="Poppins"/>
                <a:sym typeface="Poppins"/>
              </a:rPr>
              <a:t>Why Do We Need It?</a:t>
            </a:r>
            <a:endParaRPr b="1" i="0" sz="6008"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6008"/>
              <a:buFont typeface="Arial"/>
              <a:buNone/>
            </a:pPr>
            <a:r>
              <a:rPr b="1" i="0" lang="en-US" sz="6008" u="none" cap="none" strike="noStrike">
                <a:solidFill>
                  <a:srgbClr val="0000FF"/>
                </a:solidFill>
                <a:latin typeface="Poppins"/>
                <a:ea typeface="Poppins"/>
                <a:cs typeface="Poppins"/>
                <a:sym typeface="Poppins"/>
              </a:rPr>
              <a:t>¿Por qué lo necesitamos?</a:t>
            </a:r>
            <a:endParaRPr b="1" i="0" sz="6008" u="none" cap="none" strike="noStrike">
              <a:solidFill>
                <a:srgbClr val="0000FF"/>
              </a:solidFill>
              <a:latin typeface="Poppins"/>
              <a:ea typeface="Poppins"/>
              <a:cs typeface="Poppins"/>
              <a:sym typeface="Poppins"/>
            </a:endParaRPr>
          </a:p>
        </p:txBody>
      </p:sp>
      <p:sp>
        <p:nvSpPr>
          <p:cNvPr id="558" name="Google Shape;558;p6"/>
          <p:cNvSpPr txBox="1"/>
          <p:nvPr/>
        </p:nvSpPr>
        <p:spPr>
          <a:xfrm>
            <a:off x="791100" y="3337575"/>
            <a:ext cx="10483200" cy="6763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The nervous system controls everything you do - from thinking and feeling, to moving and breathing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000FF"/>
                </a:solidFill>
                <a:latin typeface="Poppins Medium"/>
                <a:ea typeface="Poppins Medium"/>
                <a:cs typeface="Poppins Medium"/>
                <a:sym typeface="Poppins Medium"/>
              </a:rPr>
              <a:t>El sistema nervioso controla todo lo que haces: desde pensar y sentir, hasta moverse y respirar.</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t/>
            </a:r>
            <a:endParaRPr b="1" i="0" sz="2800" u="none" cap="none" strike="noStrike">
              <a:solidFill>
                <a:srgbClr val="666666"/>
              </a:solidFill>
              <a:latin typeface="Poppins Medium"/>
              <a:ea typeface="Poppins Medium"/>
              <a:cs typeface="Poppins Medium"/>
              <a:sym typeface="Poppins Medium"/>
            </a:endParaRPr>
          </a:p>
          <a:p>
            <a:pPr indent="-406400" lvl="0" marL="457200" marR="0" rtl="0" algn="l">
              <a:lnSpc>
                <a:spcPct val="110000"/>
              </a:lnSpc>
              <a:spcBef>
                <a:spcPts val="0"/>
              </a:spcBef>
              <a:spcAft>
                <a:spcPts val="0"/>
              </a:spcAft>
              <a:buClr>
                <a:srgbClr val="666666"/>
              </a:buClr>
              <a:buSzPts val="2800"/>
              <a:buFont typeface="Poppins Medium"/>
              <a:buChar char="●"/>
            </a:pPr>
            <a:r>
              <a:rPr b="1" i="0" lang="en-US" sz="2800" u="none" cap="none" strike="noStrike">
                <a:solidFill>
                  <a:srgbClr val="666666"/>
                </a:solidFill>
                <a:latin typeface="Poppins Medium"/>
                <a:ea typeface="Poppins Medium"/>
                <a:cs typeface="Poppins Medium"/>
                <a:sym typeface="Poppins Medium"/>
              </a:rPr>
              <a:t>Ex: When you touch something hot, you pull away</a:t>
            </a:r>
            <a:endParaRPr b="1" i="0" sz="2800" u="none" cap="none" strike="noStrike">
              <a:solidFill>
                <a:srgbClr val="666666"/>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Ejemplo: Cuando tocas algo caliente, te retiras.</a:t>
            </a:r>
            <a:endParaRPr b="1" i="0" sz="28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800"/>
              <a:buFont typeface="Arial"/>
              <a:buNone/>
            </a:pPr>
            <a:r>
              <a:t/>
            </a:r>
            <a:endParaRPr b="1" i="0" sz="2800" u="none" cap="none" strike="noStrike">
              <a:solidFill>
                <a:srgbClr val="666666"/>
              </a:solidFill>
              <a:latin typeface="Poppins Medium"/>
              <a:ea typeface="Poppins Medium"/>
              <a:cs typeface="Poppins Medium"/>
              <a:sym typeface="Poppins Medium"/>
            </a:endParaRPr>
          </a:p>
          <a:p>
            <a:pPr indent="-406400" lvl="0" marL="457200" marR="0" rtl="0" algn="l">
              <a:lnSpc>
                <a:spcPct val="110000"/>
              </a:lnSpc>
              <a:spcBef>
                <a:spcPts val="0"/>
              </a:spcBef>
              <a:spcAft>
                <a:spcPts val="0"/>
              </a:spcAft>
              <a:buClr>
                <a:srgbClr val="666666"/>
              </a:buClr>
              <a:buSzPts val="2800"/>
              <a:buFont typeface="Poppins Medium"/>
              <a:buChar char="●"/>
            </a:pPr>
            <a:r>
              <a:rPr b="1" i="0" lang="en-US" sz="2800" u="none" cap="none" strike="noStrike">
                <a:solidFill>
                  <a:srgbClr val="666666"/>
                </a:solidFill>
                <a:latin typeface="Poppins Medium"/>
                <a:ea typeface="Poppins Medium"/>
                <a:cs typeface="Poppins Medium"/>
                <a:sym typeface="Poppins Medium"/>
              </a:rPr>
              <a:t>Ex: When you get scared, your heart races</a:t>
            </a:r>
            <a:endParaRPr b="1" i="0" sz="2800" u="none" cap="none" strike="noStrike">
              <a:solidFill>
                <a:srgbClr val="666666"/>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Ejemplo: Cuando te asustas, tu corazón se acelera.</a:t>
            </a:r>
            <a:endParaRPr b="1" i="0" sz="28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800"/>
              <a:buFont typeface="Arial"/>
              <a:buNone/>
            </a:pPr>
            <a:r>
              <a:t/>
            </a:r>
            <a:endParaRPr b="1" i="0" sz="2800" u="none" cap="none" strike="noStrike">
              <a:solidFill>
                <a:srgbClr val="666666"/>
              </a:solidFill>
              <a:latin typeface="Poppins Medium"/>
              <a:ea typeface="Poppins Medium"/>
              <a:cs typeface="Poppins Medium"/>
              <a:sym typeface="Poppins Medium"/>
            </a:endParaRPr>
          </a:p>
          <a:p>
            <a:pPr indent="-406400" lvl="0" marL="457200" marR="0" rtl="0" algn="l">
              <a:lnSpc>
                <a:spcPct val="110000"/>
              </a:lnSpc>
              <a:spcBef>
                <a:spcPts val="0"/>
              </a:spcBef>
              <a:spcAft>
                <a:spcPts val="0"/>
              </a:spcAft>
              <a:buClr>
                <a:srgbClr val="666666"/>
              </a:buClr>
              <a:buSzPts val="2800"/>
              <a:buFont typeface="Poppins Medium"/>
              <a:buChar char="●"/>
            </a:pPr>
            <a:r>
              <a:rPr b="1" i="0" lang="en-US" sz="2800" u="none" cap="none" strike="noStrike">
                <a:solidFill>
                  <a:srgbClr val="666666"/>
                </a:solidFill>
                <a:latin typeface="Poppins Medium"/>
                <a:ea typeface="Poppins Medium"/>
                <a:cs typeface="Poppins Medium"/>
                <a:sym typeface="Poppins Medium"/>
              </a:rPr>
              <a:t>Ex: When you smell cookies, you get hungry </a:t>
            </a:r>
            <a:endParaRPr b="1" i="0" sz="2800" u="none" cap="none" strike="noStrike">
              <a:solidFill>
                <a:srgbClr val="666666"/>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Ejemplo: Cuando hueles galletas, te da hambre</a:t>
            </a:r>
            <a:endParaRPr b="1" i="0" sz="2800" u="none" cap="none" strike="noStrike">
              <a:solidFill>
                <a:srgbClr val="0000FF"/>
              </a:solidFill>
              <a:latin typeface="Poppins Medium"/>
              <a:ea typeface="Poppins Medium"/>
              <a:cs typeface="Poppins Medium"/>
              <a:sym typeface="Poppins Medium"/>
            </a:endParaRPr>
          </a:p>
        </p:txBody>
      </p:sp>
      <p:pic>
        <p:nvPicPr>
          <p:cNvPr descr="Gas burner on stove (Provided by Getty Images)" id="559" name="Google Shape;559;p6"/>
          <p:cNvPicPr preferRelativeResize="0"/>
          <p:nvPr/>
        </p:nvPicPr>
        <p:blipFill rotWithShape="1">
          <a:blip r:embed="rId3">
            <a:alphaModFix/>
          </a:blip>
          <a:srcRect b="0" l="0" r="0" t="0"/>
          <a:stretch/>
        </p:blipFill>
        <p:spPr>
          <a:xfrm>
            <a:off x="12534850" y="791500"/>
            <a:ext cx="4193874" cy="2797274"/>
          </a:xfrm>
          <a:prstGeom prst="rect">
            <a:avLst/>
          </a:prstGeom>
          <a:noFill/>
          <a:ln>
            <a:noFill/>
          </a:ln>
        </p:spPr>
      </p:pic>
      <p:pic>
        <p:nvPicPr>
          <p:cNvPr descr="Man Scared Free Stock Photo - Public Domain Pictures" id="560" name="Google Shape;560;p6"/>
          <p:cNvPicPr preferRelativeResize="0"/>
          <p:nvPr/>
        </p:nvPicPr>
        <p:blipFill rotWithShape="1">
          <a:blip r:embed="rId4">
            <a:alphaModFix/>
          </a:blip>
          <a:srcRect b="0" l="0" r="0" t="0"/>
          <a:stretch/>
        </p:blipFill>
        <p:spPr>
          <a:xfrm>
            <a:off x="12534850" y="3971758"/>
            <a:ext cx="4193876" cy="2720905"/>
          </a:xfrm>
          <a:prstGeom prst="rect">
            <a:avLst/>
          </a:prstGeom>
          <a:noFill/>
          <a:ln>
            <a:noFill/>
          </a:ln>
        </p:spPr>
      </p:pic>
      <p:pic>
        <p:nvPicPr>
          <p:cNvPr descr="File:Chocolate Chip Cookies - kimberlykv.jpg - Wikimedia Commons" id="561" name="Google Shape;561;p6"/>
          <p:cNvPicPr preferRelativeResize="0"/>
          <p:nvPr/>
        </p:nvPicPr>
        <p:blipFill rotWithShape="1">
          <a:blip r:embed="rId5">
            <a:alphaModFix/>
          </a:blip>
          <a:srcRect b="0" l="0" r="0" t="0"/>
          <a:stretch/>
        </p:blipFill>
        <p:spPr>
          <a:xfrm>
            <a:off x="12534850" y="7075646"/>
            <a:ext cx="4193874" cy="278500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65" name="Shape 565"/>
        <p:cNvGrpSpPr/>
        <p:nvPr/>
      </p:nvGrpSpPr>
      <p:grpSpPr>
        <a:xfrm>
          <a:off x="0" y="0"/>
          <a:ext cx="0" cy="0"/>
          <a:chOff x="0" y="0"/>
          <a:chExt cx="0" cy="0"/>
        </a:xfrm>
      </p:grpSpPr>
      <p:cxnSp>
        <p:nvCxnSpPr>
          <p:cNvPr id="566" name="Google Shape;566;p7"/>
          <p:cNvCxnSpPr/>
          <p:nvPr/>
        </p:nvCxnSpPr>
        <p:spPr>
          <a:xfrm flipH="1" rot="10800000">
            <a:off x="8673322" y="2095039"/>
            <a:ext cx="1778400" cy="5400"/>
          </a:xfrm>
          <a:prstGeom prst="straightConnector1">
            <a:avLst/>
          </a:prstGeom>
          <a:noFill/>
          <a:ln cap="flat" cmpd="sng" w="47625">
            <a:solidFill>
              <a:srgbClr val="B9CF4F"/>
            </a:solidFill>
            <a:prstDash val="solid"/>
            <a:round/>
            <a:headEnd len="sm" w="sm" type="none"/>
            <a:tailEnd len="med" w="med" type="stealth"/>
          </a:ln>
        </p:spPr>
      </p:cxnSp>
      <p:sp>
        <p:nvSpPr>
          <p:cNvPr id="567" name="Google Shape;567;p7"/>
          <p:cNvSpPr txBox="1"/>
          <p:nvPr/>
        </p:nvSpPr>
        <p:spPr>
          <a:xfrm>
            <a:off x="5821585" y="1893891"/>
            <a:ext cx="2617200" cy="4608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Clr>
                <a:srgbClr val="000000"/>
              </a:buClr>
              <a:buSzPts val="2994"/>
              <a:buFont typeface="Arial"/>
              <a:buNone/>
            </a:pPr>
            <a:r>
              <a:rPr b="1" i="0" lang="en-US" sz="2994" u="none" cap="none" strike="noStrike">
                <a:solidFill>
                  <a:srgbClr val="136447"/>
                </a:solidFill>
                <a:latin typeface="Poppins"/>
                <a:ea typeface="Poppins"/>
                <a:cs typeface="Poppins"/>
                <a:sym typeface="Poppins"/>
              </a:rPr>
              <a:t>Prokaryotic</a:t>
            </a:r>
            <a:endParaRPr b="0" i="0" sz="1400" u="none" cap="none" strike="noStrike">
              <a:solidFill>
                <a:srgbClr val="000000"/>
              </a:solidFill>
              <a:latin typeface="Arial"/>
              <a:ea typeface="Arial"/>
              <a:cs typeface="Arial"/>
              <a:sym typeface="Arial"/>
            </a:endParaRPr>
          </a:p>
        </p:txBody>
      </p:sp>
      <p:sp>
        <p:nvSpPr>
          <p:cNvPr id="568" name="Google Shape;568;p7"/>
          <p:cNvSpPr txBox="1"/>
          <p:nvPr/>
        </p:nvSpPr>
        <p:spPr>
          <a:xfrm>
            <a:off x="13188891" y="1664738"/>
            <a:ext cx="3791400" cy="6432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99"/>
              <a:buFont typeface="Arial"/>
              <a:buNone/>
            </a:pPr>
            <a:r>
              <a:rPr b="0" i="0" lang="en-US" sz="1899" u="none" cap="none" strike="noStrike">
                <a:solidFill>
                  <a:srgbClr val="136447"/>
                </a:solidFill>
                <a:latin typeface="Poppins"/>
                <a:ea typeface="Poppins"/>
                <a:cs typeface="Poppins"/>
                <a:sym typeface="Poppins"/>
              </a:rPr>
              <a:t>Dispersed genetic material </a:t>
            </a:r>
            <a:endParaRPr b="0" i="0" sz="1400" u="none" cap="none" strike="noStrike">
              <a:solidFill>
                <a:srgbClr val="000000"/>
              </a:solidFill>
              <a:latin typeface="Arial"/>
              <a:ea typeface="Arial"/>
              <a:cs typeface="Arial"/>
              <a:sym typeface="Arial"/>
            </a:endParaRPr>
          </a:p>
          <a:p>
            <a:pPr indent="0" lvl="0" marL="0" marR="0" rtl="0" algn="ctr">
              <a:lnSpc>
                <a:spcPct val="120010"/>
              </a:lnSpc>
              <a:spcBef>
                <a:spcPts val="0"/>
              </a:spcBef>
              <a:spcAft>
                <a:spcPts val="0"/>
              </a:spcAft>
              <a:buClr>
                <a:srgbClr val="000000"/>
              </a:buClr>
              <a:buSzPts val="1899"/>
              <a:buFont typeface="Arial"/>
              <a:buNone/>
            </a:pPr>
            <a:r>
              <a:rPr b="0" i="0" lang="en-US" sz="1899" u="none" cap="none" strike="noStrike">
                <a:solidFill>
                  <a:srgbClr val="136447"/>
                </a:solidFill>
                <a:latin typeface="Poppins"/>
                <a:ea typeface="Poppins"/>
                <a:cs typeface="Poppins"/>
                <a:sym typeface="Poppins"/>
              </a:rPr>
              <a:t>in the cytoplasm.</a:t>
            </a:r>
            <a:endParaRPr b="0" i="0" sz="1400" u="none" cap="none" strike="noStrike">
              <a:solidFill>
                <a:srgbClr val="000000"/>
              </a:solidFill>
              <a:latin typeface="Arial"/>
              <a:ea typeface="Arial"/>
              <a:cs typeface="Arial"/>
              <a:sym typeface="Arial"/>
            </a:endParaRPr>
          </a:p>
        </p:txBody>
      </p:sp>
      <p:sp>
        <p:nvSpPr>
          <p:cNvPr id="569" name="Google Shape;569;p7"/>
          <p:cNvSpPr txBox="1"/>
          <p:nvPr/>
        </p:nvSpPr>
        <p:spPr>
          <a:xfrm>
            <a:off x="13188891" y="1322473"/>
            <a:ext cx="3791400" cy="292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136447"/>
                </a:solidFill>
                <a:latin typeface="Poppins"/>
                <a:ea typeface="Poppins"/>
                <a:cs typeface="Poppins"/>
                <a:sym typeface="Poppins"/>
              </a:rPr>
              <a:t>Prokaryotic</a:t>
            </a:r>
            <a:endParaRPr b="0" i="0" sz="1400" u="none" cap="none" strike="noStrike">
              <a:solidFill>
                <a:srgbClr val="000000"/>
              </a:solidFill>
              <a:latin typeface="Arial"/>
              <a:ea typeface="Arial"/>
              <a:cs typeface="Arial"/>
              <a:sym typeface="Arial"/>
            </a:endParaRPr>
          </a:p>
        </p:txBody>
      </p:sp>
      <p:grpSp>
        <p:nvGrpSpPr>
          <p:cNvPr id="570" name="Google Shape;570;p7"/>
          <p:cNvGrpSpPr/>
          <p:nvPr/>
        </p:nvGrpSpPr>
        <p:grpSpPr>
          <a:xfrm>
            <a:off x="10451629" y="992301"/>
            <a:ext cx="6808221" cy="1480791"/>
            <a:chOff x="0" y="-57150"/>
            <a:chExt cx="1793100" cy="390000"/>
          </a:xfrm>
        </p:grpSpPr>
        <p:sp>
          <p:nvSpPr>
            <p:cNvPr id="571" name="Google Shape;571;p7"/>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7"/>
            <p:cNvSpPr txBox="1"/>
            <p:nvPr/>
          </p:nvSpPr>
          <p:spPr>
            <a:xfrm>
              <a:off x="0" y="-57150"/>
              <a:ext cx="1793100" cy="390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3" name="Google Shape;573;p7"/>
          <p:cNvGrpSpPr/>
          <p:nvPr/>
        </p:nvGrpSpPr>
        <p:grpSpPr>
          <a:xfrm>
            <a:off x="10451567" y="7948084"/>
            <a:ext cx="6808221" cy="1480791"/>
            <a:chOff x="0" y="-57150"/>
            <a:chExt cx="1793100" cy="390000"/>
          </a:xfrm>
        </p:grpSpPr>
        <p:sp>
          <p:nvSpPr>
            <p:cNvPr id="574" name="Google Shape;574;p7"/>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7"/>
            <p:cNvSpPr txBox="1"/>
            <p:nvPr/>
          </p:nvSpPr>
          <p:spPr>
            <a:xfrm>
              <a:off x="0" y="-57150"/>
              <a:ext cx="1793100" cy="390000"/>
            </a:xfrm>
            <a:prstGeom prst="rect">
              <a:avLst/>
            </a:prstGeom>
            <a:solidFill>
              <a:srgbClr val="EAD1DC"/>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6" name="Google Shape;576;p7"/>
          <p:cNvGrpSpPr/>
          <p:nvPr/>
        </p:nvGrpSpPr>
        <p:grpSpPr>
          <a:xfrm>
            <a:off x="10451625" y="2546902"/>
            <a:ext cx="6808221" cy="1367886"/>
            <a:chOff x="0" y="-57150"/>
            <a:chExt cx="1793100" cy="390000"/>
          </a:xfrm>
        </p:grpSpPr>
        <p:sp>
          <p:nvSpPr>
            <p:cNvPr id="577" name="Google Shape;577;p7"/>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7"/>
            <p:cNvSpPr txBox="1"/>
            <p:nvPr/>
          </p:nvSpPr>
          <p:spPr>
            <a:xfrm>
              <a:off x="0" y="-57150"/>
              <a:ext cx="1793100" cy="390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9" name="Google Shape;579;p7"/>
          <p:cNvGrpSpPr/>
          <p:nvPr/>
        </p:nvGrpSpPr>
        <p:grpSpPr>
          <a:xfrm>
            <a:off x="10451567" y="4470193"/>
            <a:ext cx="6808221" cy="1480791"/>
            <a:chOff x="0" y="-57150"/>
            <a:chExt cx="1793100" cy="390000"/>
          </a:xfrm>
        </p:grpSpPr>
        <p:sp>
          <p:nvSpPr>
            <p:cNvPr id="580" name="Google Shape;580;p7"/>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7"/>
            <p:cNvSpPr txBox="1"/>
            <p:nvPr/>
          </p:nvSpPr>
          <p:spPr>
            <a:xfrm>
              <a:off x="0" y="-57150"/>
              <a:ext cx="1793100" cy="390000"/>
            </a:xfrm>
            <a:prstGeom prst="rect">
              <a:avLst/>
            </a:prstGeom>
            <a:solidFill>
              <a:srgbClr val="EAD1DC"/>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2" name="Google Shape;582;p7"/>
          <p:cNvGrpSpPr/>
          <p:nvPr/>
        </p:nvGrpSpPr>
        <p:grpSpPr>
          <a:xfrm>
            <a:off x="10451567" y="6209139"/>
            <a:ext cx="6808221" cy="1480791"/>
            <a:chOff x="0" y="-57150"/>
            <a:chExt cx="1793100" cy="390000"/>
          </a:xfrm>
        </p:grpSpPr>
        <p:sp>
          <p:nvSpPr>
            <p:cNvPr id="583" name="Google Shape;583;p7"/>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7"/>
            <p:cNvSpPr txBox="1"/>
            <p:nvPr/>
          </p:nvSpPr>
          <p:spPr>
            <a:xfrm>
              <a:off x="0" y="-57150"/>
              <a:ext cx="1793100" cy="390000"/>
            </a:xfrm>
            <a:prstGeom prst="rect">
              <a:avLst/>
            </a:prstGeom>
            <a:solidFill>
              <a:srgbClr val="EAD1DC"/>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5" name="Google Shape;585;p7"/>
          <p:cNvSpPr txBox="1"/>
          <p:nvPr/>
        </p:nvSpPr>
        <p:spPr>
          <a:xfrm>
            <a:off x="10631850" y="3158445"/>
            <a:ext cx="6528600" cy="6264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50"/>
              <a:buFont typeface="Arial"/>
              <a:buNone/>
            </a:pPr>
            <a:r>
              <a:rPr b="0" i="0" lang="en-US" sz="1850" u="none" cap="none" strike="noStrike">
                <a:solidFill>
                  <a:srgbClr val="136447"/>
                </a:solidFill>
                <a:latin typeface="Poppins"/>
                <a:ea typeface="Poppins"/>
                <a:cs typeface="Poppins"/>
                <a:sym typeface="Poppins"/>
              </a:rPr>
              <a:t>Processes and coordinates bodily functions</a:t>
            </a:r>
            <a:endParaRPr b="0" i="0" sz="1850"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850"/>
              <a:buFont typeface="Arial"/>
              <a:buNone/>
            </a:pPr>
            <a:r>
              <a:rPr b="0" i="0" lang="en-US" sz="1850" u="none" cap="none" strike="noStrike">
                <a:solidFill>
                  <a:srgbClr val="0000FF"/>
                </a:solidFill>
                <a:latin typeface="Poppins"/>
                <a:ea typeface="Poppins"/>
                <a:cs typeface="Poppins"/>
                <a:sym typeface="Poppins"/>
              </a:rPr>
              <a:t>Procesos y coordina las funciones corporales</a:t>
            </a:r>
            <a:endParaRPr b="0" i="0" sz="1850" u="none" cap="none" strike="noStrike">
              <a:solidFill>
                <a:srgbClr val="0000FF"/>
              </a:solidFill>
              <a:latin typeface="Poppins"/>
              <a:ea typeface="Poppins"/>
              <a:cs typeface="Poppins"/>
              <a:sym typeface="Poppins"/>
            </a:endParaRPr>
          </a:p>
        </p:txBody>
      </p:sp>
      <p:sp>
        <p:nvSpPr>
          <p:cNvPr id="586" name="Google Shape;586;p7"/>
          <p:cNvSpPr txBox="1"/>
          <p:nvPr/>
        </p:nvSpPr>
        <p:spPr>
          <a:xfrm>
            <a:off x="10683749" y="2896333"/>
            <a:ext cx="6528600" cy="292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136447"/>
                </a:solidFill>
                <a:latin typeface="Poppins"/>
                <a:ea typeface="Poppins"/>
                <a:cs typeface="Poppins"/>
                <a:sym typeface="Poppins"/>
              </a:rPr>
              <a:t>Function | </a:t>
            </a:r>
            <a:r>
              <a:rPr b="1" i="0" lang="en-US" sz="1899" u="none" cap="none" strike="noStrike">
                <a:solidFill>
                  <a:srgbClr val="0000FF"/>
                </a:solidFill>
                <a:latin typeface="Poppins"/>
                <a:ea typeface="Poppins"/>
                <a:cs typeface="Poppins"/>
                <a:sym typeface="Poppins"/>
              </a:rPr>
              <a:t>Función</a:t>
            </a:r>
            <a:endParaRPr b="0" i="0" sz="1400" u="none" cap="none" strike="noStrike">
              <a:solidFill>
                <a:srgbClr val="0000FF"/>
              </a:solidFill>
              <a:latin typeface="Arial"/>
              <a:ea typeface="Arial"/>
              <a:cs typeface="Arial"/>
              <a:sym typeface="Arial"/>
            </a:endParaRPr>
          </a:p>
        </p:txBody>
      </p:sp>
      <p:cxnSp>
        <p:nvCxnSpPr>
          <p:cNvPr id="587" name="Google Shape;587;p7"/>
          <p:cNvCxnSpPr>
            <a:stCxn id="588" idx="3"/>
            <a:endCxn id="578" idx="1"/>
          </p:cNvCxnSpPr>
          <p:nvPr/>
        </p:nvCxnSpPr>
        <p:spPr>
          <a:xfrm>
            <a:off x="8673113" y="2549358"/>
            <a:ext cx="1778400" cy="681600"/>
          </a:xfrm>
          <a:prstGeom prst="straightConnector1">
            <a:avLst/>
          </a:prstGeom>
          <a:noFill/>
          <a:ln cap="flat" cmpd="sng" w="47625">
            <a:solidFill>
              <a:srgbClr val="B9CF4F"/>
            </a:solidFill>
            <a:prstDash val="solid"/>
            <a:round/>
            <a:headEnd len="sm" w="sm" type="none"/>
            <a:tailEnd len="med" w="med" type="stealth"/>
          </a:ln>
        </p:spPr>
      </p:cxnSp>
      <p:cxnSp>
        <p:nvCxnSpPr>
          <p:cNvPr id="589" name="Google Shape;589;p7"/>
          <p:cNvCxnSpPr/>
          <p:nvPr/>
        </p:nvCxnSpPr>
        <p:spPr>
          <a:xfrm flipH="1" rot="10800000">
            <a:off x="8673256" y="5590877"/>
            <a:ext cx="1778400" cy="845100"/>
          </a:xfrm>
          <a:prstGeom prst="straightConnector1">
            <a:avLst/>
          </a:prstGeom>
          <a:noFill/>
          <a:ln cap="flat" cmpd="sng" w="47625">
            <a:solidFill>
              <a:srgbClr val="EAD1DC"/>
            </a:solidFill>
            <a:prstDash val="solid"/>
            <a:round/>
            <a:headEnd len="sm" w="sm" type="none"/>
            <a:tailEnd len="med" w="med" type="stealth"/>
          </a:ln>
        </p:spPr>
      </p:cxnSp>
      <p:cxnSp>
        <p:nvCxnSpPr>
          <p:cNvPr id="590" name="Google Shape;590;p7"/>
          <p:cNvCxnSpPr/>
          <p:nvPr/>
        </p:nvCxnSpPr>
        <p:spPr>
          <a:xfrm>
            <a:off x="8673256" y="6435977"/>
            <a:ext cx="1778400" cy="894000"/>
          </a:xfrm>
          <a:prstGeom prst="straightConnector1">
            <a:avLst/>
          </a:prstGeom>
          <a:noFill/>
          <a:ln cap="flat" cmpd="sng" w="47625">
            <a:solidFill>
              <a:srgbClr val="EAD1DC"/>
            </a:solidFill>
            <a:prstDash val="solid"/>
            <a:round/>
            <a:headEnd len="sm" w="sm" type="none"/>
            <a:tailEnd len="med" w="med" type="stealth"/>
          </a:ln>
        </p:spPr>
      </p:cxnSp>
      <p:cxnSp>
        <p:nvCxnSpPr>
          <p:cNvPr id="591" name="Google Shape;591;p7"/>
          <p:cNvCxnSpPr/>
          <p:nvPr/>
        </p:nvCxnSpPr>
        <p:spPr>
          <a:xfrm>
            <a:off x="8673256" y="6435977"/>
            <a:ext cx="1778400" cy="2632800"/>
          </a:xfrm>
          <a:prstGeom prst="straightConnector1">
            <a:avLst/>
          </a:prstGeom>
          <a:noFill/>
          <a:ln cap="flat" cmpd="sng" w="47625">
            <a:solidFill>
              <a:srgbClr val="EAD1DC"/>
            </a:solidFill>
            <a:prstDash val="solid"/>
            <a:round/>
            <a:headEnd len="sm" w="sm" type="none"/>
            <a:tailEnd len="med" w="med" type="stealth"/>
          </a:ln>
        </p:spPr>
      </p:cxnSp>
      <p:cxnSp>
        <p:nvCxnSpPr>
          <p:cNvPr id="592" name="Google Shape;592;p7"/>
          <p:cNvCxnSpPr/>
          <p:nvPr/>
        </p:nvCxnSpPr>
        <p:spPr>
          <a:xfrm flipH="1" rot="10800000">
            <a:off x="4348861" y="2474719"/>
            <a:ext cx="1238400" cy="2180400"/>
          </a:xfrm>
          <a:prstGeom prst="straightConnector1">
            <a:avLst/>
          </a:prstGeom>
          <a:noFill/>
          <a:ln cap="flat" cmpd="sng" w="47625">
            <a:solidFill>
              <a:srgbClr val="136447"/>
            </a:solidFill>
            <a:prstDash val="solid"/>
            <a:round/>
            <a:headEnd len="sm" w="sm" type="none"/>
            <a:tailEnd len="sm" w="sm" type="none"/>
          </a:ln>
        </p:spPr>
      </p:cxnSp>
      <p:sp>
        <p:nvSpPr>
          <p:cNvPr id="593" name="Google Shape;593;p7"/>
          <p:cNvSpPr txBox="1"/>
          <p:nvPr/>
        </p:nvSpPr>
        <p:spPr>
          <a:xfrm>
            <a:off x="1028750" y="3191966"/>
            <a:ext cx="3320100" cy="3439200"/>
          </a:xfrm>
          <a:prstGeom prst="rect">
            <a:avLst/>
          </a:prstGeom>
          <a:noFill/>
          <a:ln>
            <a:noFill/>
          </a:ln>
        </p:spPr>
        <p:txBody>
          <a:bodyPr anchorCtr="0" anchor="t" bIns="0" lIns="0" spcFirstLastPara="1" rIns="0" wrap="square" tIns="0">
            <a:spAutoFit/>
          </a:bodyPr>
          <a:lstStyle/>
          <a:p>
            <a:pPr indent="0" lvl="0" marL="0" marR="0" rtl="0" algn="ctr">
              <a:lnSpc>
                <a:spcPct val="120012"/>
              </a:lnSpc>
              <a:spcBef>
                <a:spcPts val="0"/>
              </a:spcBef>
              <a:spcAft>
                <a:spcPts val="0"/>
              </a:spcAft>
              <a:buClr>
                <a:srgbClr val="000000"/>
              </a:buClr>
              <a:buSzPts val="4857"/>
              <a:buFont typeface="Arial"/>
              <a:buNone/>
            </a:pPr>
            <a:r>
              <a:rPr b="0" i="0" lang="en-US" sz="4857" u="none" cap="none" strike="noStrike">
                <a:solidFill>
                  <a:srgbClr val="136447"/>
                </a:solidFill>
                <a:latin typeface="Arial"/>
                <a:ea typeface="Arial"/>
                <a:cs typeface="Arial"/>
                <a:sym typeface="Arial"/>
              </a:rPr>
              <a:t>Nervous System</a:t>
            </a:r>
            <a:endParaRPr b="0" i="0" sz="4857" u="none" cap="none" strike="noStrike">
              <a:solidFill>
                <a:srgbClr val="136447"/>
              </a:solidFill>
              <a:latin typeface="Arial"/>
              <a:ea typeface="Arial"/>
              <a:cs typeface="Arial"/>
              <a:sym typeface="Arial"/>
            </a:endParaRPr>
          </a:p>
          <a:p>
            <a:pPr indent="0" lvl="0" marL="0" marR="0" rtl="0" algn="ctr">
              <a:lnSpc>
                <a:spcPct val="120012"/>
              </a:lnSpc>
              <a:spcBef>
                <a:spcPts val="0"/>
              </a:spcBef>
              <a:spcAft>
                <a:spcPts val="0"/>
              </a:spcAft>
              <a:buClr>
                <a:srgbClr val="000000"/>
              </a:buClr>
              <a:buSzPts val="4857"/>
              <a:buFont typeface="Arial"/>
              <a:buNone/>
            </a:pPr>
            <a:r>
              <a:rPr b="0" i="0" lang="en-US" sz="4857" u="none" cap="none" strike="noStrike">
                <a:solidFill>
                  <a:srgbClr val="0000FF"/>
                </a:solidFill>
                <a:latin typeface="Arial"/>
                <a:ea typeface="Arial"/>
                <a:cs typeface="Arial"/>
                <a:sym typeface="Arial"/>
              </a:rPr>
              <a:t>Sistema nervioso</a:t>
            </a:r>
            <a:endParaRPr b="0" i="0" sz="4857" u="none" cap="none" strike="noStrike">
              <a:solidFill>
                <a:srgbClr val="0000FF"/>
              </a:solidFill>
              <a:latin typeface="Arial"/>
              <a:ea typeface="Arial"/>
              <a:cs typeface="Arial"/>
              <a:sym typeface="Arial"/>
            </a:endParaRPr>
          </a:p>
        </p:txBody>
      </p:sp>
      <p:grpSp>
        <p:nvGrpSpPr>
          <p:cNvPr id="594" name="Google Shape;594;p7"/>
          <p:cNvGrpSpPr/>
          <p:nvPr/>
        </p:nvGrpSpPr>
        <p:grpSpPr>
          <a:xfrm>
            <a:off x="5587187" y="1471752"/>
            <a:ext cx="3086120" cy="2155212"/>
            <a:chOff x="0" y="-29272"/>
            <a:chExt cx="812800" cy="408300"/>
          </a:xfrm>
        </p:grpSpPr>
        <p:sp>
          <p:nvSpPr>
            <p:cNvPr id="595" name="Google Shape;595;p7"/>
            <p:cNvSpPr/>
            <p:nvPr/>
          </p:nvSpPr>
          <p:spPr>
            <a:xfrm>
              <a:off x="0" y="0"/>
              <a:ext cx="812800" cy="351210"/>
            </a:xfrm>
            <a:custGeom>
              <a:rect b="b" l="l" r="r" t="t"/>
              <a:pathLst>
                <a:path extrusionOk="0" h="351210" w="812800">
                  <a:moveTo>
                    <a:pt x="50173" y="0"/>
                  </a:moveTo>
                  <a:lnTo>
                    <a:pt x="762627" y="0"/>
                  </a:lnTo>
                  <a:cubicBezTo>
                    <a:pt x="775934" y="0"/>
                    <a:pt x="788695" y="5286"/>
                    <a:pt x="798105" y="14695"/>
                  </a:cubicBezTo>
                  <a:cubicBezTo>
                    <a:pt x="807514" y="24105"/>
                    <a:pt x="812800" y="36866"/>
                    <a:pt x="812800" y="50173"/>
                  </a:cubicBezTo>
                  <a:lnTo>
                    <a:pt x="812800" y="301037"/>
                  </a:lnTo>
                  <a:cubicBezTo>
                    <a:pt x="812800" y="314344"/>
                    <a:pt x="807514" y="327105"/>
                    <a:pt x="798105" y="336515"/>
                  </a:cubicBezTo>
                  <a:cubicBezTo>
                    <a:pt x="788695" y="345924"/>
                    <a:pt x="775934" y="351210"/>
                    <a:pt x="762627" y="351210"/>
                  </a:cubicBezTo>
                  <a:lnTo>
                    <a:pt x="50173" y="351210"/>
                  </a:lnTo>
                  <a:cubicBezTo>
                    <a:pt x="36866" y="351210"/>
                    <a:pt x="24105" y="345924"/>
                    <a:pt x="14695" y="336515"/>
                  </a:cubicBezTo>
                  <a:cubicBezTo>
                    <a:pt x="5286" y="327105"/>
                    <a:pt x="0" y="314344"/>
                    <a:pt x="0" y="301037"/>
                  </a:cubicBezTo>
                  <a:lnTo>
                    <a:pt x="0" y="50173"/>
                  </a:lnTo>
                  <a:cubicBezTo>
                    <a:pt x="0" y="36866"/>
                    <a:pt x="5286" y="24105"/>
                    <a:pt x="14695" y="14695"/>
                  </a:cubicBezTo>
                  <a:cubicBezTo>
                    <a:pt x="24105" y="5286"/>
                    <a:pt x="36866" y="0"/>
                    <a:pt x="50173"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7"/>
            <p:cNvSpPr txBox="1"/>
            <p:nvPr/>
          </p:nvSpPr>
          <p:spPr>
            <a:xfrm>
              <a:off x="49" y="-29272"/>
              <a:ext cx="812700" cy="408300"/>
            </a:xfrm>
            <a:prstGeom prst="rect">
              <a:avLst/>
            </a:prstGeom>
            <a:solidFill>
              <a:srgbClr val="F0F5DB"/>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2950"/>
                <a:buFont typeface="Arial"/>
                <a:buNone/>
              </a:pPr>
              <a:r>
                <a:rPr b="1" i="0" lang="en-US" sz="2950" u="none" cap="none" strike="noStrike">
                  <a:solidFill>
                    <a:srgbClr val="136447"/>
                  </a:solidFill>
                  <a:latin typeface="Poppins"/>
                  <a:ea typeface="Poppins"/>
                  <a:cs typeface="Poppins"/>
                  <a:sym typeface="Poppins"/>
                </a:rPr>
                <a:t>CNS | </a:t>
              </a:r>
              <a:r>
                <a:rPr b="1" i="0" lang="en-US" sz="2950" u="none" cap="none" strike="noStrike">
                  <a:solidFill>
                    <a:srgbClr val="0000FF"/>
                  </a:solidFill>
                  <a:latin typeface="Poppins"/>
                  <a:ea typeface="Poppins"/>
                  <a:cs typeface="Poppins"/>
                  <a:sym typeface="Poppins"/>
                </a:rPr>
                <a:t>SNC</a:t>
              </a:r>
              <a:endParaRPr b="1" i="0" sz="2950" u="none" cap="none" strike="noStrike">
                <a:solidFill>
                  <a:srgbClr val="0000FF"/>
                </a:solidFill>
                <a:latin typeface="Poppins"/>
                <a:ea typeface="Poppins"/>
                <a:cs typeface="Poppins"/>
                <a:sym typeface="Poppins"/>
              </a:endParaRPr>
            </a:p>
            <a:p>
              <a:pPr indent="0" lvl="0" marL="0" marR="0" rtl="0" algn="ctr">
                <a:lnSpc>
                  <a:spcPct val="147722"/>
                </a:lnSpc>
                <a:spcBef>
                  <a:spcPts val="0"/>
                </a:spcBef>
                <a:spcAft>
                  <a:spcPts val="0"/>
                </a:spcAft>
                <a:buClr>
                  <a:srgbClr val="000000"/>
                </a:buClr>
                <a:buSzPts val="2950"/>
                <a:buFont typeface="Arial"/>
                <a:buNone/>
              </a:pPr>
              <a:r>
                <a:t/>
              </a:r>
              <a:endParaRPr b="1" i="0" sz="2950" u="none" cap="none" strike="noStrike">
                <a:solidFill>
                  <a:srgbClr val="136447"/>
                </a:solidFill>
                <a:latin typeface="Poppins"/>
                <a:ea typeface="Poppins"/>
                <a:cs typeface="Poppins"/>
                <a:sym typeface="Poppins"/>
              </a:endParaRPr>
            </a:p>
          </p:txBody>
        </p:sp>
      </p:grpSp>
      <p:grpSp>
        <p:nvGrpSpPr>
          <p:cNvPr id="596" name="Google Shape;596;p7"/>
          <p:cNvGrpSpPr/>
          <p:nvPr/>
        </p:nvGrpSpPr>
        <p:grpSpPr>
          <a:xfrm>
            <a:off x="5587150" y="5926421"/>
            <a:ext cx="3086120" cy="2021668"/>
            <a:chOff x="0" y="-57150"/>
            <a:chExt cx="812800" cy="408360"/>
          </a:xfrm>
        </p:grpSpPr>
        <p:sp>
          <p:nvSpPr>
            <p:cNvPr id="597" name="Google Shape;597;p7"/>
            <p:cNvSpPr/>
            <p:nvPr/>
          </p:nvSpPr>
          <p:spPr>
            <a:xfrm>
              <a:off x="0" y="0"/>
              <a:ext cx="812800" cy="351210"/>
            </a:xfrm>
            <a:custGeom>
              <a:rect b="b" l="l" r="r" t="t"/>
              <a:pathLst>
                <a:path extrusionOk="0" h="351210" w="812800">
                  <a:moveTo>
                    <a:pt x="50173" y="0"/>
                  </a:moveTo>
                  <a:lnTo>
                    <a:pt x="762627" y="0"/>
                  </a:lnTo>
                  <a:cubicBezTo>
                    <a:pt x="775934" y="0"/>
                    <a:pt x="788695" y="5286"/>
                    <a:pt x="798105" y="14695"/>
                  </a:cubicBezTo>
                  <a:cubicBezTo>
                    <a:pt x="807514" y="24105"/>
                    <a:pt x="812800" y="36866"/>
                    <a:pt x="812800" y="50173"/>
                  </a:cubicBezTo>
                  <a:lnTo>
                    <a:pt x="812800" y="301037"/>
                  </a:lnTo>
                  <a:cubicBezTo>
                    <a:pt x="812800" y="314344"/>
                    <a:pt x="807514" y="327105"/>
                    <a:pt x="798105" y="336515"/>
                  </a:cubicBezTo>
                  <a:cubicBezTo>
                    <a:pt x="788695" y="345924"/>
                    <a:pt x="775934" y="351210"/>
                    <a:pt x="762627" y="351210"/>
                  </a:cubicBezTo>
                  <a:lnTo>
                    <a:pt x="50173" y="351210"/>
                  </a:lnTo>
                  <a:cubicBezTo>
                    <a:pt x="36866" y="351210"/>
                    <a:pt x="24105" y="345924"/>
                    <a:pt x="14695" y="336515"/>
                  </a:cubicBezTo>
                  <a:cubicBezTo>
                    <a:pt x="5286" y="327105"/>
                    <a:pt x="0" y="314344"/>
                    <a:pt x="0" y="301037"/>
                  </a:cubicBezTo>
                  <a:lnTo>
                    <a:pt x="0" y="50173"/>
                  </a:lnTo>
                  <a:cubicBezTo>
                    <a:pt x="0" y="36866"/>
                    <a:pt x="5286" y="24105"/>
                    <a:pt x="14695" y="14695"/>
                  </a:cubicBezTo>
                  <a:cubicBezTo>
                    <a:pt x="24105" y="5286"/>
                    <a:pt x="36866" y="0"/>
                    <a:pt x="50173" y="0"/>
                  </a:cubicBezTo>
                  <a:close/>
                </a:path>
              </a:pathLst>
            </a:cu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7"/>
            <p:cNvSpPr txBox="1"/>
            <p:nvPr/>
          </p:nvSpPr>
          <p:spPr>
            <a:xfrm>
              <a:off x="0" y="-57150"/>
              <a:ext cx="812700" cy="408300"/>
            </a:xfrm>
            <a:prstGeom prst="rect">
              <a:avLst/>
            </a:prstGeom>
            <a:solidFill>
              <a:srgbClr val="EAD1DC"/>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99" name="Google Shape;599;p7"/>
          <p:cNvCxnSpPr/>
          <p:nvPr/>
        </p:nvCxnSpPr>
        <p:spPr>
          <a:xfrm>
            <a:off x="4348861" y="4655119"/>
            <a:ext cx="1238400" cy="2155200"/>
          </a:xfrm>
          <a:prstGeom prst="straightConnector1">
            <a:avLst/>
          </a:prstGeom>
          <a:noFill/>
          <a:ln cap="flat" cmpd="sng" w="47625">
            <a:solidFill>
              <a:srgbClr val="136447"/>
            </a:solidFill>
            <a:prstDash val="solid"/>
            <a:round/>
            <a:headEnd len="sm" w="sm" type="none"/>
            <a:tailEnd len="sm" w="sm" type="none"/>
          </a:ln>
        </p:spPr>
      </p:cxnSp>
      <p:sp>
        <p:nvSpPr>
          <p:cNvPr id="600" name="Google Shape;600;p7"/>
          <p:cNvSpPr txBox="1"/>
          <p:nvPr/>
        </p:nvSpPr>
        <p:spPr>
          <a:xfrm>
            <a:off x="5767611" y="2457875"/>
            <a:ext cx="2725200" cy="116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99"/>
              <a:buFont typeface="Arial"/>
              <a:buNone/>
            </a:pPr>
            <a:r>
              <a:rPr b="0" i="0" lang="en-US" sz="1899" u="none" cap="none" strike="noStrike">
                <a:solidFill>
                  <a:srgbClr val="136447"/>
                </a:solidFill>
                <a:latin typeface="Poppins"/>
                <a:ea typeface="Poppins"/>
                <a:cs typeface="Poppins"/>
                <a:sym typeface="Poppins"/>
              </a:rPr>
              <a:t>Central Nervous System</a:t>
            </a:r>
            <a:endParaRPr b="0" i="0" sz="1899" u="none" cap="none" strike="noStrike">
              <a:solidFill>
                <a:srgbClr val="136447"/>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899"/>
              <a:buFont typeface="Arial"/>
              <a:buNone/>
            </a:pPr>
            <a:r>
              <a:rPr b="0" i="0" lang="en-US" sz="1899" u="none" cap="none" strike="noStrike">
                <a:solidFill>
                  <a:srgbClr val="0000FF"/>
                </a:solidFill>
                <a:latin typeface="Poppins"/>
                <a:ea typeface="Poppins"/>
                <a:cs typeface="Poppins"/>
                <a:sym typeface="Poppins"/>
              </a:rPr>
              <a:t>Sistema nervioso central</a:t>
            </a:r>
            <a:endParaRPr b="0" i="0" sz="1899" u="none" cap="none" strike="noStrike">
              <a:solidFill>
                <a:srgbClr val="0000FF"/>
              </a:solidFill>
              <a:latin typeface="Poppins"/>
              <a:ea typeface="Poppins"/>
              <a:cs typeface="Poppins"/>
              <a:sym typeface="Poppins"/>
            </a:endParaRPr>
          </a:p>
        </p:txBody>
      </p:sp>
      <p:sp>
        <p:nvSpPr>
          <p:cNvPr id="601" name="Google Shape;601;p7"/>
          <p:cNvSpPr txBox="1"/>
          <p:nvPr/>
        </p:nvSpPr>
        <p:spPr>
          <a:xfrm>
            <a:off x="5819544" y="6209951"/>
            <a:ext cx="2621400" cy="4608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Clr>
                <a:srgbClr val="000000"/>
              </a:buClr>
              <a:buSzPts val="2994"/>
              <a:buFont typeface="Arial"/>
              <a:buNone/>
            </a:pPr>
            <a:r>
              <a:rPr b="1" i="0" lang="en-US" sz="2994" u="none" cap="none" strike="noStrike">
                <a:solidFill>
                  <a:srgbClr val="136447"/>
                </a:solidFill>
                <a:latin typeface="Poppins"/>
                <a:ea typeface="Poppins"/>
                <a:cs typeface="Poppins"/>
                <a:sym typeface="Poppins"/>
              </a:rPr>
              <a:t>PNS | </a:t>
            </a:r>
            <a:r>
              <a:rPr b="1" i="0" lang="en-US" sz="2994" u="none" cap="none" strike="noStrike">
                <a:solidFill>
                  <a:srgbClr val="0000FF"/>
                </a:solidFill>
                <a:latin typeface="Poppins"/>
                <a:ea typeface="Poppins"/>
                <a:cs typeface="Poppins"/>
                <a:sym typeface="Poppins"/>
              </a:rPr>
              <a:t>SNP</a:t>
            </a:r>
            <a:endParaRPr b="0" i="0" sz="1400" u="none" cap="none" strike="noStrike">
              <a:solidFill>
                <a:srgbClr val="0000FF"/>
              </a:solidFill>
              <a:latin typeface="Arial"/>
              <a:ea typeface="Arial"/>
              <a:cs typeface="Arial"/>
              <a:sym typeface="Arial"/>
            </a:endParaRPr>
          </a:p>
        </p:txBody>
      </p:sp>
      <p:sp>
        <p:nvSpPr>
          <p:cNvPr id="602" name="Google Shape;602;p7"/>
          <p:cNvSpPr txBox="1"/>
          <p:nvPr/>
        </p:nvSpPr>
        <p:spPr>
          <a:xfrm>
            <a:off x="5587350" y="6657175"/>
            <a:ext cx="3086100" cy="1169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99"/>
              <a:buFont typeface="Arial"/>
              <a:buNone/>
            </a:pPr>
            <a:r>
              <a:rPr b="0" i="0" lang="en-US" sz="1899" u="none" cap="none" strike="noStrike">
                <a:solidFill>
                  <a:srgbClr val="136447"/>
                </a:solidFill>
                <a:latin typeface="Poppins"/>
                <a:ea typeface="Poppins"/>
                <a:cs typeface="Poppins"/>
                <a:sym typeface="Poppins"/>
              </a:rPr>
              <a:t>Peripheral Nervous System</a:t>
            </a:r>
            <a:endParaRPr b="0" i="0" sz="1899" u="none" cap="none" strike="noStrike">
              <a:solidFill>
                <a:srgbClr val="136447"/>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899"/>
              <a:buFont typeface="Arial"/>
              <a:buNone/>
            </a:pPr>
            <a:r>
              <a:rPr b="0" i="0" lang="en-US" sz="1899" u="none" cap="none" strike="noStrike">
                <a:solidFill>
                  <a:srgbClr val="0000FF"/>
                </a:solidFill>
                <a:latin typeface="Poppins"/>
                <a:ea typeface="Poppins"/>
                <a:cs typeface="Poppins"/>
                <a:sym typeface="Poppins"/>
              </a:rPr>
              <a:t>Sistema nervioso periférico</a:t>
            </a:r>
            <a:endParaRPr b="0" i="0" sz="1899" u="none" cap="none" strike="noStrike">
              <a:solidFill>
                <a:srgbClr val="0000FF"/>
              </a:solidFill>
              <a:latin typeface="Poppins"/>
              <a:ea typeface="Poppins"/>
              <a:cs typeface="Poppins"/>
              <a:sym typeface="Poppins"/>
            </a:endParaRPr>
          </a:p>
        </p:txBody>
      </p:sp>
      <p:sp>
        <p:nvSpPr>
          <p:cNvPr id="603" name="Google Shape;603;p7"/>
          <p:cNvSpPr txBox="1"/>
          <p:nvPr/>
        </p:nvSpPr>
        <p:spPr>
          <a:xfrm>
            <a:off x="10683750" y="5255100"/>
            <a:ext cx="6296700" cy="6264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50"/>
              <a:buFont typeface="Arial"/>
              <a:buNone/>
            </a:pPr>
            <a:r>
              <a:rPr b="0" i="0" lang="en-US" sz="1850" u="none" cap="none" strike="noStrike">
                <a:solidFill>
                  <a:srgbClr val="136447"/>
                </a:solidFill>
                <a:latin typeface="Poppins"/>
                <a:ea typeface="Poppins"/>
                <a:cs typeface="Poppins"/>
                <a:sym typeface="Poppins"/>
              </a:rPr>
              <a:t>Outside the brain and the spinal cord</a:t>
            </a:r>
            <a:endParaRPr b="0" i="0" sz="1850"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850"/>
              <a:buFont typeface="Arial"/>
              <a:buNone/>
            </a:pPr>
            <a:r>
              <a:rPr b="0" i="0" lang="en-US" sz="1850" u="none" cap="none" strike="noStrike">
                <a:solidFill>
                  <a:srgbClr val="0000FF"/>
                </a:solidFill>
                <a:latin typeface="Poppins"/>
                <a:ea typeface="Poppins"/>
                <a:cs typeface="Poppins"/>
                <a:sym typeface="Poppins"/>
              </a:rPr>
              <a:t>Fuera del cerebro y la médula espinal</a:t>
            </a:r>
            <a:endParaRPr b="0" i="0" sz="1850" u="none" cap="none" strike="noStrike">
              <a:solidFill>
                <a:srgbClr val="0000FF"/>
              </a:solidFill>
              <a:latin typeface="Poppins"/>
              <a:ea typeface="Poppins"/>
              <a:cs typeface="Poppins"/>
              <a:sym typeface="Poppins"/>
            </a:endParaRPr>
          </a:p>
        </p:txBody>
      </p:sp>
      <p:sp>
        <p:nvSpPr>
          <p:cNvPr id="604" name="Google Shape;604;p7"/>
          <p:cNvSpPr txBox="1"/>
          <p:nvPr/>
        </p:nvSpPr>
        <p:spPr>
          <a:xfrm>
            <a:off x="11960041" y="4765472"/>
            <a:ext cx="3791400" cy="292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136447"/>
                </a:solidFill>
                <a:latin typeface="Poppins"/>
                <a:ea typeface="Poppins"/>
                <a:cs typeface="Poppins"/>
                <a:sym typeface="Poppins"/>
              </a:rPr>
              <a:t>Location | </a:t>
            </a:r>
            <a:r>
              <a:rPr b="1" i="0" lang="en-US" sz="1899" u="none" cap="none" strike="noStrike">
                <a:solidFill>
                  <a:srgbClr val="0000FF"/>
                </a:solidFill>
                <a:latin typeface="Poppins"/>
                <a:ea typeface="Poppins"/>
                <a:cs typeface="Poppins"/>
                <a:sym typeface="Poppins"/>
              </a:rPr>
              <a:t>Ubicación</a:t>
            </a:r>
            <a:endParaRPr b="0" i="0" sz="1400" u="none" cap="none" strike="noStrike">
              <a:solidFill>
                <a:srgbClr val="0000FF"/>
              </a:solidFill>
              <a:latin typeface="Arial"/>
              <a:ea typeface="Arial"/>
              <a:cs typeface="Arial"/>
              <a:sym typeface="Arial"/>
            </a:endParaRPr>
          </a:p>
        </p:txBody>
      </p:sp>
      <p:sp>
        <p:nvSpPr>
          <p:cNvPr id="605" name="Google Shape;605;p7"/>
          <p:cNvSpPr txBox="1"/>
          <p:nvPr/>
        </p:nvSpPr>
        <p:spPr>
          <a:xfrm>
            <a:off x="10492050" y="6708900"/>
            <a:ext cx="6808200" cy="6432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99"/>
              <a:buFont typeface="Arial"/>
              <a:buNone/>
            </a:pPr>
            <a:r>
              <a:rPr b="0" i="0" lang="en-US" sz="1899" u="none" cap="none" strike="noStrike">
                <a:solidFill>
                  <a:srgbClr val="136447"/>
                </a:solidFill>
                <a:latin typeface="Poppins"/>
                <a:ea typeface="Poppins"/>
                <a:cs typeface="Poppins"/>
                <a:sym typeface="Poppins"/>
              </a:rPr>
              <a:t>Transmits info between the CNS to the rest of the body</a:t>
            </a:r>
            <a:endParaRPr b="0" i="0" sz="1899"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899"/>
              <a:buFont typeface="Arial"/>
              <a:buNone/>
            </a:pPr>
            <a:r>
              <a:rPr b="0" i="0" lang="en-US" sz="1899" u="none" cap="none" strike="noStrike">
                <a:solidFill>
                  <a:srgbClr val="0000FF"/>
                </a:solidFill>
                <a:latin typeface="Poppins"/>
                <a:ea typeface="Poppins"/>
                <a:cs typeface="Poppins"/>
                <a:sym typeface="Poppins"/>
              </a:rPr>
              <a:t>Transmite información desde el SNC al resto del cuerpo</a:t>
            </a:r>
            <a:endParaRPr b="0" i="0" sz="1899" u="none" cap="none" strike="noStrike">
              <a:solidFill>
                <a:srgbClr val="0000FF"/>
              </a:solidFill>
              <a:latin typeface="Poppins"/>
              <a:ea typeface="Poppins"/>
              <a:cs typeface="Poppins"/>
              <a:sym typeface="Poppins"/>
            </a:endParaRPr>
          </a:p>
        </p:txBody>
      </p:sp>
      <p:sp>
        <p:nvSpPr>
          <p:cNvPr id="606" name="Google Shape;606;p7"/>
          <p:cNvSpPr txBox="1"/>
          <p:nvPr/>
        </p:nvSpPr>
        <p:spPr>
          <a:xfrm>
            <a:off x="11959967" y="6356785"/>
            <a:ext cx="3791400" cy="292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136447"/>
                </a:solidFill>
                <a:latin typeface="Poppins"/>
                <a:ea typeface="Poppins"/>
                <a:cs typeface="Poppins"/>
                <a:sym typeface="Poppins"/>
              </a:rPr>
              <a:t>Function | </a:t>
            </a:r>
            <a:r>
              <a:rPr b="1" i="0" lang="en-US" sz="1899" u="none" cap="none" strike="noStrike">
                <a:solidFill>
                  <a:srgbClr val="0000FF"/>
                </a:solidFill>
                <a:latin typeface="Poppins"/>
                <a:ea typeface="Poppins"/>
                <a:cs typeface="Poppins"/>
                <a:sym typeface="Poppins"/>
              </a:rPr>
              <a:t>Función</a:t>
            </a:r>
            <a:endParaRPr b="0" i="0" sz="1400" u="none" cap="none" strike="noStrike">
              <a:solidFill>
                <a:srgbClr val="0000FF"/>
              </a:solidFill>
              <a:latin typeface="Arial"/>
              <a:ea typeface="Arial"/>
              <a:cs typeface="Arial"/>
              <a:sym typeface="Arial"/>
            </a:endParaRPr>
          </a:p>
        </p:txBody>
      </p:sp>
      <p:sp>
        <p:nvSpPr>
          <p:cNvPr id="607" name="Google Shape;607;p7"/>
          <p:cNvSpPr txBox="1"/>
          <p:nvPr/>
        </p:nvSpPr>
        <p:spPr>
          <a:xfrm>
            <a:off x="10496550" y="8402225"/>
            <a:ext cx="6903000" cy="16593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chemeClr val="dk1"/>
              </a:buClr>
              <a:buSzPts val="1850"/>
              <a:buFont typeface="Arial"/>
              <a:buNone/>
            </a:pPr>
            <a:r>
              <a:rPr b="0" i="0" lang="en-US" sz="1850" u="none" cap="none" strike="noStrike">
                <a:solidFill>
                  <a:srgbClr val="136447"/>
                </a:solidFill>
                <a:latin typeface="Poppins"/>
                <a:ea typeface="Poppins"/>
                <a:cs typeface="Poppins"/>
                <a:sym typeface="Poppins"/>
              </a:rPr>
              <a:t>Somatic vs Autonomic Nervous System</a:t>
            </a:r>
            <a:endParaRPr b="0" i="0" sz="1850" u="none" cap="none" strike="noStrike">
              <a:solidFill>
                <a:srgbClr val="136447"/>
              </a:solidFill>
              <a:latin typeface="Poppins"/>
              <a:ea typeface="Poppins"/>
              <a:cs typeface="Poppins"/>
              <a:sym typeface="Poppins"/>
            </a:endParaRPr>
          </a:p>
          <a:p>
            <a:pPr indent="0" lvl="0" marL="0" marR="0" rtl="0" algn="ctr">
              <a:lnSpc>
                <a:spcPct val="100000"/>
              </a:lnSpc>
              <a:spcBef>
                <a:spcPts val="0"/>
              </a:spcBef>
              <a:spcAft>
                <a:spcPts val="0"/>
              </a:spcAft>
              <a:buClr>
                <a:schemeClr val="dk1"/>
              </a:buClr>
              <a:buSzPts val="1850"/>
              <a:buFont typeface="Arial"/>
              <a:buNone/>
            </a:pPr>
            <a:r>
              <a:rPr b="0" i="0" lang="en-US" sz="1850" u="none" cap="none" strike="noStrike">
                <a:solidFill>
                  <a:srgbClr val="0000FF"/>
                </a:solidFill>
                <a:latin typeface="Poppins"/>
                <a:ea typeface="Poppins"/>
                <a:cs typeface="Poppins"/>
                <a:sym typeface="Poppins"/>
              </a:rPr>
              <a:t>Sistema nervioso somático vs. sistema nervioso autónomo</a:t>
            </a:r>
            <a:endParaRPr b="0" i="0" sz="1850" u="none" cap="none" strike="noStrike">
              <a:solidFill>
                <a:srgbClr val="0000FF"/>
              </a:solidFill>
              <a:latin typeface="Poppins"/>
              <a:ea typeface="Poppins"/>
              <a:cs typeface="Poppins"/>
              <a:sym typeface="Poppins"/>
            </a:endParaRPr>
          </a:p>
          <a:p>
            <a:pPr indent="0" lvl="0" marL="0" marR="0" rtl="0" algn="ctr">
              <a:lnSpc>
                <a:spcPct val="140021"/>
              </a:lnSpc>
              <a:spcBef>
                <a:spcPts val="0"/>
              </a:spcBef>
              <a:spcAft>
                <a:spcPts val="0"/>
              </a:spcAft>
              <a:buClr>
                <a:schemeClr val="dk1"/>
              </a:buClr>
              <a:buSzPts val="1850"/>
              <a:buFont typeface="Arial"/>
              <a:buNone/>
            </a:pPr>
            <a:r>
              <a:t/>
            </a:r>
            <a:endParaRPr b="0" i="0" sz="1850"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899"/>
              <a:buFont typeface="Arial"/>
              <a:buNone/>
            </a:pPr>
            <a:r>
              <a:t/>
            </a:r>
            <a:endParaRPr b="0" i="0" sz="1899" u="none" cap="none" strike="noStrike">
              <a:solidFill>
                <a:srgbClr val="136447"/>
              </a:solidFill>
              <a:latin typeface="Poppins"/>
              <a:ea typeface="Poppins"/>
              <a:cs typeface="Poppins"/>
              <a:sym typeface="Poppins"/>
            </a:endParaRPr>
          </a:p>
        </p:txBody>
      </p:sp>
      <p:sp>
        <p:nvSpPr>
          <p:cNvPr id="608" name="Google Shape;608;p7"/>
          <p:cNvSpPr txBox="1"/>
          <p:nvPr/>
        </p:nvSpPr>
        <p:spPr>
          <a:xfrm>
            <a:off x="11201800" y="8110013"/>
            <a:ext cx="5307900" cy="292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136447"/>
                </a:solidFill>
                <a:latin typeface="Poppins"/>
                <a:ea typeface="Poppins"/>
                <a:cs typeface="Poppins"/>
                <a:sym typeface="Poppins"/>
              </a:rPr>
              <a:t>2 Parts | </a:t>
            </a:r>
            <a:r>
              <a:rPr b="1" i="0" lang="en-US" sz="1899" u="none" cap="none" strike="noStrike">
                <a:solidFill>
                  <a:srgbClr val="0000FF"/>
                </a:solidFill>
                <a:latin typeface="Poppins"/>
                <a:ea typeface="Poppins"/>
                <a:cs typeface="Poppins"/>
                <a:sym typeface="Poppins"/>
              </a:rPr>
              <a:t>2 partes</a:t>
            </a:r>
            <a:endParaRPr b="0" i="0" sz="1400" u="none" cap="none" strike="noStrike">
              <a:solidFill>
                <a:srgbClr val="0000FF"/>
              </a:solidFill>
              <a:latin typeface="Arial"/>
              <a:ea typeface="Arial"/>
              <a:cs typeface="Arial"/>
              <a:sym typeface="Arial"/>
            </a:endParaRPr>
          </a:p>
        </p:txBody>
      </p:sp>
      <p:sp>
        <p:nvSpPr>
          <p:cNvPr id="609" name="Google Shape;609;p7"/>
          <p:cNvSpPr txBox="1"/>
          <p:nvPr/>
        </p:nvSpPr>
        <p:spPr>
          <a:xfrm>
            <a:off x="11959991" y="1319245"/>
            <a:ext cx="3791400" cy="292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136447"/>
                </a:solidFill>
                <a:latin typeface="Poppins"/>
                <a:ea typeface="Poppins"/>
                <a:cs typeface="Poppins"/>
                <a:sym typeface="Poppins"/>
              </a:rPr>
              <a:t>Location | </a:t>
            </a:r>
            <a:r>
              <a:rPr b="1" i="0" lang="en-US" sz="1899" u="none" cap="none" strike="noStrike">
                <a:solidFill>
                  <a:srgbClr val="0000FF"/>
                </a:solidFill>
                <a:latin typeface="Poppins"/>
                <a:ea typeface="Poppins"/>
                <a:cs typeface="Poppins"/>
                <a:sym typeface="Poppins"/>
              </a:rPr>
              <a:t>Ubicación</a:t>
            </a:r>
            <a:endParaRPr b="0" i="0" sz="1400" u="none" cap="none" strike="noStrike">
              <a:solidFill>
                <a:srgbClr val="0000FF"/>
              </a:solidFill>
              <a:latin typeface="Arial"/>
              <a:ea typeface="Arial"/>
              <a:cs typeface="Arial"/>
              <a:sym typeface="Arial"/>
            </a:endParaRPr>
          </a:p>
        </p:txBody>
      </p:sp>
      <p:sp>
        <p:nvSpPr>
          <p:cNvPr id="610" name="Google Shape;610;p7"/>
          <p:cNvSpPr txBox="1"/>
          <p:nvPr/>
        </p:nvSpPr>
        <p:spPr>
          <a:xfrm>
            <a:off x="10683750" y="1667950"/>
            <a:ext cx="6296700" cy="6432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99"/>
              <a:buFont typeface="Arial"/>
              <a:buNone/>
            </a:pPr>
            <a:r>
              <a:rPr b="0" i="0" lang="en-US" sz="1899" u="none" cap="none" strike="noStrike">
                <a:solidFill>
                  <a:srgbClr val="136447"/>
                </a:solidFill>
                <a:latin typeface="Poppins"/>
                <a:ea typeface="Poppins"/>
                <a:cs typeface="Poppins"/>
                <a:sym typeface="Poppins"/>
              </a:rPr>
              <a:t>Within the skull (brain) and spinal column</a:t>
            </a:r>
            <a:endParaRPr b="0" i="0" sz="1899"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899"/>
              <a:buFont typeface="Arial"/>
              <a:buNone/>
            </a:pPr>
            <a:r>
              <a:rPr b="0" i="0" lang="en-US" sz="1899" u="none" cap="none" strike="noStrike">
                <a:solidFill>
                  <a:srgbClr val="0000FF"/>
                </a:solidFill>
                <a:latin typeface="Poppins"/>
                <a:ea typeface="Poppins"/>
                <a:cs typeface="Poppins"/>
                <a:sym typeface="Poppins"/>
              </a:rPr>
              <a:t>Dentro del cráneo (cerebro) y la columna vertebral</a:t>
            </a:r>
            <a:endParaRPr b="0" i="0" sz="1899" u="none" cap="none" strike="noStrike">
              <a:solidFill>
                <a:srgbClr val="0000FF"/>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14" name="Shape 614"/>
        <p:cNvGrpSpPr/>
        <p:nvPr/>
      </p:nvGrpSpPr>
      <p:grpSpPr>
        <a:xfrm>
          <a:off x="0" y="0"/>
          <a:ext cx="0" cy="0"/>
          <a:chOff x="0" y="0"/>
          <a:chExt cx="0" cy="0"/>
        </a:xfrm>
      </p:grpSpPr>
      <p:sp>
        <p:nvSpPr>
          <p:cNvPr id="615" name="Google Shape;615;p8"/>
          <p:cNvSpPr txBox="1"/>
          <p:nvPr/>
        </p:nvSpPr>
        <p:spPr>
          <a:xfrm>
            <a:off x="268775" y="822225"/>
            <a:ext cx="13673100" cy="2979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808"/>
              <a:buFont typeface="Arial"/>
              <a:buNone/>
            </a:pPr>
            <a:r>
              <a:rPr b="1" i="0" lang="en-US" sz="5808" u="none" cap="none" strike="noStrike">
                <a:solidFill>
                  <a:srgbClr val="136447"/>
                </a:solidFill>
                <a:latin typeface="Poppins"/>
                <a:ea typeface="Poppins"/>
                <a:cs typeface="Poppins"/>
                <a:sym typeface="Poppins"/>
              </a:rPr>
              <a:t>Central Nervous System (CNS)</a:t>
            </a:r>
            <a:endParaRPr b="1" i="0" sz="5808" u="none" cap="none" strike="noStrike">
              <a:solidFill>
                <a:srgbClr val="136447"/>
              </a:solidFill>
              <a:latin typeface="Poppins"/>
              <a:ea typeface="Poppins"/>
              <a:cs typeface="Poppins"/>
              <a:sym typeface="Poppins"/>
            </a:endParaRPr>
          </a:p>
          <a:p>
            <a:pPr indent="0" lvl="0" marL="0" marR="0" rtl="0" algn="ctr">
              <a:lnSpc>
                <a:spcPct val="100000"/>
              </a:lnSpc>
              <a:spcBef>
                <a:spcPts val="0"/>
              </a:spcBef>
              <a:spcAft>
                <a:spcPts val="0"/>
              </a:spcAft>
              <a:buClr>
                <a:schemeClr val="dk1"/>
              </a:buClr>
              <a:buSzPts val="5800"/>
              <a:buFont typeface="Arial"/>
              <a:buNone/>
            </a:pPr>
            <a:r>
              <a:rPr b="1" i="0" lang="en-US" sz="5800" u="none" cap="none" strike="noStrike">
                <a:solidFill>
                  <a:srgbClr val="0000FF"/>
                </a:solidFill>
                <a:latin typeface="Poppins"/>
                <a:ea typeface="Poppins"/>
                <a:cs typeface="Poppins"/>
                <a:sym typeface="Poppins"/>
              </a:rPr>
              <a:t>Sistema nervioso central (SNC)</a:t>
            </a:r>
            <a:endParaRPr b="1" i="0" sz="5800" u="none" cap="none" strike="noStrike">
              <a:solidFill>
                <a:srgbClr val="0000FF"/>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6008"/>
              <a:buFont typeface="Arial"/>
              <a:buNone/>
            </a:pPr>
            <a:r>
              <a:t/>
            </a:r>
            <a:endParaRPr b="1" i="0" sz="6008" u="none" cap="none" strike="noStrike">
              <a:solidFill>
                <a:srgbClr val="136447"/>
              </a:solidFill>
              <a:latin typeface="Poppins"/>
              <a:ea typeface="Poppins"/>
              <a:cs typeface="Poppins"/>
              <a:sym typeface="Poppins"/>
            </a:endParaRPr>
          </a:p>
        </p:txBody>
      </p:sp>
      <p:sp>
        <p:nvSpPr>
          <p:cNvPr id="616" name="Google Shape;616;p8"/>
          <p:cNvSpPr txBox="1"/>
          <p:nvPr/>
        </p:nvSpPr>
        <p:spPr>
          <a:xfrm>
            <a:off x="1639900" y="3163875"/>
            <a:ext cx="13673100" cy="2798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600"/>
              <a:buFont typeface="Arial"/>
              <a:buNone/>
            </a:pPr>
            <a:r>
              <a:rPr b="1" i="0" lang="en-US" sz="3600" u="none" cap="none" strike="noStrike">
                <a:solidFill>
                  <a:srgbClr val="2D2F3B"/>
                </a:solidFill>
                <a:latin typeface="Poppins Medium"/>
                <a:ea typeface="Poppins Medium"/>
                <a:cs typeface="Poppins Medium"/>
                <a:sym typeface="Poppins Medium"/>
              </a:rPr>
              <a:t>The CNS is like the “main headquarters” of the body</a:t>
            </a:r>
            <a:endParaRPr b="1" i="0" sz="36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600"/>
              <a:buFont typeface="Arial"/>
              <a:buNone/>
            </a:pPr>
            <a:r>
              <a:rPr b="1" i="0" lang="en-US" sz="3600" u="none" cap="none" strike="noStrike">
                <a:solidFill>
                  <a:srgbClr val="0000FF"/>
                </a:solidFill>
                <a:latin typeface="Poppins Medium"/>
                <a:ea typeface="Poppins Medium"/>
                <a:cs typeface="Poppins Medium"/>
                <a:sym typeface="Poppins Medium"/>
              </a:rPr>
              <a:t>El SNC es como el “cuartel general” del cuerpo</a:t>
            </a:r>
            <a:endParaRPr b="1" i="0" sz="36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600"/>
              <a:buFont typeface="Arial"/>
              <a:buNone/>
            </a:pPr>
            <a:r>
              <a:t/>
            </a:r>
            <a:endParaRPr b="1" i="0" sz="36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666666"/>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666666"/>
              </a:solidFill>
              <a:latin typeface="Poppins Medium"/>
              <a:ea typeface="Poppins Medium"/>
              <a:cs typeface="Poppins Medium"/>
              <a:sym typeface="Poppins Medium"/>
            </a:endParaRPr>
          </a:p>
        </p:txBody>
      </p:sp>
      <p:grpSp>
        <p:nvGrpSpPr>
          <p:cNvPr id="617" name="Google Shape;617;p8"/>
          <p:cNvGrpSpPr/>
          <p:nvPr/>
        </p:nvGrpSpPr>
        <p:grpSpPr>
          <a:xfrm>
            <a:off x="994650" y="4560901"/>
            <a:ext cx="4781806" cy="5236075"/>
            <a:chOff x="0" y="-57150"/>
            <a:chExt cx="700036" cy="766539"/>
          </a:xfrm>
        </p:grpSpPr>
        <p:sp>
          <p:nvSpPr>
            <p:cNvPr id="618" name="Google Shape;618;p8"/>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620" name="Google Shape;620;p8"/>
          <p:cNvSpPr txBox="1"/>
          <p:nvPr/>
        </p:nvSpPr>
        <p:spPr>
          <a:xfrm>
            <a:off x="1639852" y="5251376"/>
            <a:ext cx="3491400" cy="446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Brain | </a:t>
            </a:r>
            <a:r>
              <a:rPr b="1" i="0" lang="en-US" sz="2900" u="none" cap="none" strike="noStrike">
                <a:solidFill>
                  <a:srgbClr val="0000FF"/>
                </a:solidFill>
                <a:latin typeface="Poppins"/>
                <a:ea typeface="Poppins"/>
                <a:cs typeface="Poppins"/>
                <a:sym typeface="Poppins"/>
              </a:rPr>
              <a:t>Cerebro</a:t>
            </a:r>
            <a:endParaRPr b="0" i="0" sz="2800" u="none" cap="none" strike="noStrike">
              <a:solidFill>
                <a:srgbClr val="0000FF"/>
              </a:solidFill>
              <a:latin typeface="Arial"/>
              <a:ea typeface="Arial"/>
              <a:cs typeface="Arial"/>
              <a:sym typeface="Arial"/>
            </a:endParaRPr>
          </a:p>
        </p:txBody>
      </p:sp>
      <p:grpSp>
        <p:nvGrpSpPr>
          <p:cNvPr id="621" name="Google Shape;621;p8"/>
          <p:cNvGrpSpPr/>
          <p:nvPr/>
        </p:nvGrpSpPr>
        <p:grpSpPr>
          <a:xfrm>
            <a:off x="6753075" y="4560889"/>
            <a:ext cx="4781806" cy="5236075"/>
            <a:chOff x="0" y="-57150"/>
            <a:chExt cx="700036" cy="766539"/>
          </a:xfrm>
        </p:grpSpPr>
        <p:sp>
          <p:nvSpPr>
            <p:cNvPr id="622" name="Google Shape;622;p8"/>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8"/>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624" name="Google Shape;624;p8"/>
          <p:cNvSpPr txBox="1"/>
          <p:nvPr/>
        </p:nvSpPr>
        <p:spPr>
          <a:xfrm>
            <a:off x="6821999" y="5251375"/>
            <a:ext cx="4567800" cy="981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Spinal Cord | </a:t>
            </a:r>
            <a:r>
              <a:rPr b="1" i="0" lang="en-US" sz="2900" u="none" cap="none" strike="noStrike">
                <a:solidFill>
                  <a:srgbClr val="0000FF"/>
                </a:solidFill>
                <a:latin typeface="Poppins"/>
                <a:ea typeface="Poppins"/>
                <a:cs typeface="Poppins"/>
                <a:sym typeface="Poppins"/>
              </a:rPr>
              <a:t>Médula espinal</a:t>
            </a:r>
            <a:endParaRPr b="0" i="0" sz="2800" u="none" cap="none" strike="noStrike">
              <a:solidFill>
                <a:srgbClr val="0000FF"/>
              </a:solidFill>
              <a:latin typeface="Arial"/>
              <a:ea typeface="Arial"/>
              <a:cs typeface="Arial"/>
              <a:sym typeface="Arial"/>
            </a:endParaRPr>
          </a:p>
        </p:txBody>
      </p:sp>
      <p:grpSp>
        <p:nvGrpSpPr>
          <p:cNvPr id="625" name="Google Shape;625;p8"/>
          <p:cNvGrpSpPr/>
          <p:nvPr/>
        </p:nvGrpSpPr>
        <p:grpSpPr>
          <a:xfrm>
            <a:off x="12511500" y="4560901"/>
            <a:ext cx="4781806" cy="5236075"/>
            <a:chOff x="0" y="-57150"/>
            <a:chExt cx="700036" cy="766539"/>
          </a:xfrm>
        </p:grpSpPr>
        <p:sp>
          <p:nvSpPr>
            <p:cNvPr id="626" name="Google Shape;626;p8"/>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8"/>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628" name="Google Shape;628;p8"/>
          <p:cNvSpPr txBox="1"/>
          <p:nvPr/>
        </p:nvSpPr>
        <p:spPr>
          <a:xfrm>
            <a:off x="13156702" y="5251376"/>
            <a:ext cx="3491400" cy="446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Bones | </a:t>
            </a:r>
            <a:r>
              <a:rPr b="1" i="0" lang="en-US" sz="2900" u="none" cap="none" strike="noStrike">
                <a:solidFill>
                  <a:srgbClr val="0000FF"/>
                </a:solidFill>
                <a:latin typeface="Poppins"/>
                <a:ea typeface="Poppins"/>
                <a:cs typeface="Poppins"/>
                <a:sym typeface="Poppins"/>
              </a:rPr>
              <a:t>Huesos</a:t>
            </a:r>
            <a:endParaRPr b="1" i="0" sz="2900" u="none" cap="none" strike="noStrike">
              <a:solidFill>
                <a:srgbClr val="0000FF"/>
              </a:solidFill>
              <a:latin typeface="Poppins"/>
              <a:ea typeface="Poppins"/>
              <a:cs typeface="Poppins"/>
              <a:sym typeface="Poppins"/>
            </a:endParaRPr>
          </a:p>
        </p:txBody>
      </p:sp>
      <p:sp>
        <p:nvSpPr>
          <p:cNvPr id="629" name="Google Shape;629;p8"/>
          <p:cNvSpPr txBox="1"/>
          <p:nvPr/>
        </p:nvSpPr>
        <p:spPr>
          <a:xfrm>
            <a:off x="1639900" y="5867346"/>
            <a:ext cx="3491400" cy="3752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300"/>
              <a:buFont typeface="Arial"/>
              <a:buNone/>
            </a:pPr>
            <a:r>
              <a:rPr b="0" i="0" lang="en-US" sz="2300" u="none" cap="none" strike="noStrike">
                <a:solidFill>
                  <a:srgbClr val="13655A"/>
                </a:solidFill>
                <a:latin typeface="Poppins"/>
                <a:ea typeface="Poppins"/>
                <a:cs typeface="Poppins"/>
                <a:sym typeface="Poppins"/>
              </a:rPr>
              <a:t>Decides what to do with the information received from various body parts</a:t>
            </a:r>
            <a:endParaRPr b="0" i="0" sz="23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300"/>
              <a:buFont typeface="Arial"/>
              <a:buNone/>
            </a:pPr>
            <a:r>
              <a:t/>
            </a:r>
            <a:endParaRPr b="0" i="0" sz="23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Decide qué hacer con la información recibida de las distintas partes del cuerpo</a:t>
            </a:r>
            <a:endParaRPr b="0" i="0" sz="2300" u="none" cap="none" strike="noStrike">
              <a:solidFill>
                <a:srgbClr val="0000FF"/>
              </a:solidFill>
              <a:latin typeface="Poppins"/>
              <a:ea typeface="Poppins"/>
              <a:cs typeface="Poppins"/>
              <a:sym typeface="Poppins"/>
            </a:endParaRPr>
          </a:p>
        </p:txBody>
      </p:sp>
      <p:sp>
        <p:nvSpPr>
          <p:cNvPr id="630" name="Google Shape;630;p8"/>
          <p:cNvSpPr txBox="1"/>
          <p:nvPr/>
        </p:nvSpPr>
        <p:spPr>
          <a:xfrm>
            <a:off x="7398275" y="6404896"/>
            <a:ext cx="3491400" cy="2801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600"/>
              <a:buFont typeface="Arial"/>
              <a:buNone/>
            </a:pPr>
            <a:r>
              <a:rPr b="0" i="0" lang="en-US" sz="2600" u="none" cap="none" strike="noStrike">
                <a:solidFill>
                  <a:srgbClr val="13655A"/>
                </a:solidFill>
                <a:latin typeface="Poppins"/>
                <a:ea typeface="Poppins"/>
                <a:cs typeface="Poppins"/>
                <a:sym typeface="Poppins"/>
              </a:rPr>
              <a:t>Carries signals to and from the brain</a:t>
            </a:r>
            <a:endParaRPr b="0" i="0" sz="26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600"/>
              <a:buFont typeface="Arial"/>
              <a:buNone/>
            </a:pPr>
            <a:r>
              <a:t/>
            </a:r>
            <a:endParaRPr b="0" i="0" sz="26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600"/>
              <a:buFont typeface="Arial"/>
              <a:buNone/>
            </a:pPr>
            <a:r>
              <a:rPr b="0" i="0" lang="en-US" sz="2600" u="none" cap="none" strike="noStrike">
                <a:solidFill>
                  <a:srgbClr val="0000FF"/>
                </a:solidFill>
                <a:latin typeface="Poppins"/>
                <a:ea typeface="Poppins"/>
                <a:cs typeface="Poppins"/>
                <a:sym typeface="Poppins"/>
              </a:rPr>
              <a:t>Transporta señales hacia y desde el cerebro</a:t>
            </a:r>
            <a:endParaRPr b="0" i="0" sz="2600" u="none" cap="none" strike="noStrike">
              <a:solidFill>
                <a:srgbClr val="0000FF"/>
              </a:solidFill>
              <a:latin typeface="Poppins"/>
              <a:ea typeface="Poppins"/>
              <a:cs typeface="Poppins"/>
              <a:sym typeface="Poppins"/>
            </a:endParaRPr>
          </a:p>
        </p:txBody>
      </p:sp>
      <p:sp>
        <p:nvSpPr>
          <p:cNvPr id="631" name="Google Shape;631;p8"/>
          <p:cNvSpPr txBox="1"/>
          <p:nvPr/>
        </p:nvSpPr>
        <p:spPr>
          <a:xfrm>
            <a:off x="12829250" y="5867350"/>
            <a:ext cx="4146300" cy="3183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13655A"/>
                </a:solidFill>
                <a:latin typeface="Poppins"/>
                <a:ea typeface="Poppins"/>
                <a:cs typeface="Poppins"/>
                <a:sym typeface="Poppins"/>
              </a:rPr>
              <a:t>The skull and the spine protect the brain and spinal cord to keep it safe</a:t>
            </a:r>
            <a:endParaRPr b="0" i="0" sz="22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t/>
            </a:r>
            <a:endParaRPr b="0" i="0" sz="22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0000FF"/>
                </a:solidFill>
                <a:latin typeface="Poppins"/>
                <a:ea typeface="Poppins"/>
                <a:cs typeface="Poppins"/>
                <a:sym typeface="Poppins"/>
              </a:rPr>
              <a:t>El cráneo y la columna vertebral protegen el cerebro y la médula espinal para mantenerlos a salvo</a:t>
            </a:r>
            <a:endParaRPr b="0" i="0" sz="2200" u="none" cap="none" strike="noStrike">
              <a:solidFill>
                <a:srgbClr val="0000FF"/>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35" name="Shape 635"/>
        <p:cNvGrpSpPr/>
        <p:nvPr/>
      </p:nvGrpSpPr>
      <p:grpSpPr>
        <a:xfrm>
          <a:off x="0" y="0"/>
          <a:ext cx="0" cy="0"/>
          <a:chOff x="0" y="0"/>
          <a:chExt cx="0" cy="0"/>
        </a:xfrm>
      </p:grpSpPr>
      <p:sp>
        <p:nvSpPr>
          <p:cNvPr id="636" name="Google Shape;636;p9"/>
          <p:cNvSpPr txBox="1"/>
          <p:nvPr/>
        </p:nvSpPr>
        <p:spPr>
          <a:xfrm>
            <a:off x="453125" y="822225"/>
            <a:ext cx="13673100" cy="30507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008"/>
              <a:buFont typeface="Arial"/>
              <a:buNone/>
            </a:pPr>
            <a:r>
              <a:rPr b="1" i="0" lang="en-US" sz="6008" u="none" cap="none" strike="noStrike">
                <a:solidFill>
                  <a:srgbClr val="136447"/>
                </a:solidFill>
                <a:latin typeface="Poppins"/>
                <a:ea typeface="Poppins"/>
                <a:cs typeface="Poppins"/>
                <a:sym typeface="Poppins"/>
              </a:rPr>
              <a:t>Peripheral Nervous System (PNS)</a:t>
            </a:r>
            <a:endParaRPr b="1" i="0" sz="6008" u="none" cap="none" strike="noStrike">
              <a:solidFill>
                <a:srgbClr val="136447"/>
              </a:solidFill>
              <a:latin typeface="Poppins"/>
              <a:ea typeface="Poppins"/>
              <a:cs typeface="Poppins"/>
              <a:sym typeface="Poppins"/>
            </a:endParaRPr>
          </a:p>
          <a:p>
            <a:pPr indent="0" lvl="0" marL="0" marR="0" rtl="0" algn="ctr">
              <a:lnSpc>
                <a:spcPct val="100000"/>
              </a:lnSpc>
              <a:spcBef>
                <a:spcPts val="0"/>
              </a:spcBef>
              <a:spcAft>
                <a:spcPts val="0"/>
              </a:spcAft>
              <a:buClr>
                <a:schemeClr val="dk1"/>
              </a:buClr>
              <a:buSzPts val="6000"/>
              <a:buFont typeface="Arial"/>
              <a:buNone/>
            </a:pPr>
            <a:r>
              <a:rPr b="1" i="0" lang="en-US" sz="6000" u="none" cap="none" strike="noStrike">
                <a:solidFill>
                  <a:srgbClr val="0000FF"/>
                </a:solidFill>
                <a:latin typeface="Poppins"/>
                <a:ea typeface="Poppins"/>
                <a:cs typeface="Poppins"/>
                <a:sym typeface="Poppins"/>
              </a:rPr>
              <a:t>Sistema nervioso periférico (SNP)</a:t>
            </a:r>
            <a:endParaRPr b="1" i="0" sz="6000" u="none" cap="none" strike="noStrike">
              <a:solidFill>
                <a:srgbClr val="0000FF"/>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6008"/>
              <a:buFont typeface="Arial"/>
              <a:buNone/>
            </a:pPr>
            <a:r>
              <a:t/>
            </a:r>
            <a:endParaRPr b="1" i="0" sz="6008" u="none" cap="none" strike="noStrike">
              <a:solidFill>
                <a:srgbClr val="136447"/>
              </a:solidFill>
              <a:latin typeface="Poppins"/>
              <a:ea typeface="Poppins"/>
              <a:cs typeface="Poppins"/>
              <a:sym typeface="Poppins"/>
            </a:endParaRPr>
          </a:p>
        </p:txBody>
      </p:sp>
      <p:sp>
        <p:nvSpPr>
          <p:cNvPr id="637" name="Google Shape;637;p9"/>
          <p:cNvSpPr txBox="1"/>
          <p:nvPr/>
        </p:nvSpPr>
        <p:spPr>
          <a:xfrm>
            <a:off x="1639900" y="3285475"/>
            <a:ext cx="13673100" cy="218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600"/>
              <a:buFont typeface="Arial"/>
              <a:buNone/>
            </a:pPr>
            <a:r>
              <a:rPr b="1" i="0" lang="en-US" sz="3600" u="none" cap="none" strike="noStrike">
                <a:solidFill>
                  <a:srgbClr val="2D2F3B"/>
                </a:solidFill>
                <a:latin typeface="Poppins Medium"/>
                <a:ea typeface="Poppins Medium"/>
                <a:cs typeface="Poppins Medium"/>
                <a:sym typeface="Poppins Medium"/>
              </a:rPr>
              <a:t>The PNS is like the “delivery system” of the body</a:t>
            </a:r>
            <a:endParaRPr b="1" i="0" sz="36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600"/>
              <a:buFont typeface="Arial"/>
              <a:buNone/>
            </a:pPr>
            <a:r>
              <a:rPr b="1" i="0" lang="en-US" sz="3600" u="none" cap="none" strike="noStrike">
                <a:solidFill>
                  <a:srgbClr val="0000FF"/>
                </a:solidFill>
                <a:latin typeface="Poppins Medium"/>
                <a:ea typeface="Poppins Medium"/>
                <a:cs typeface="Poppins Medium"/>
                <a:sym typeface="Poppins Medium"/>
              </a:rPr>
              <a:t>El SNP es como el “sistema de distribución” del cuerpo</a:t>
            </a:r>
            <a:endParaRPr b="1" i="0" sz="36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666666"/>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666666"/>
              </a:solidFill>
              <a:latin typeface="Poppins Medium"/>
              <a:ea typeface="Poppins Medium"/>
              <a:cs typeface="Poppins Medium"/>
              <a:sym typeface="Poppins Medium"/>
            </a:endParaRPr>
          </a:p>
        </p:txBody>
      </p:sp>
      <p:grpSp>
        <p:nvGrpSpPr>
          <p:cNvPr id="638" name="Google Shape;638;p9"/>
          <p:cNvGrpSpPr/>
          <p:nvPr/>
        </p:nvGrpSpPr>
        <p:grpSpPr>
          <a:xfrm>
            <a:off x="2181100" y="4783789"/>
            <a:ext cx="4781806" cy="5236075"/>
            <a:chOff x="0" y="-57150"/>
            <a:chExt cx="700036" cy="766539"/>
          </a:xfrm>
        </p:grpSpPr>
        <p:sp>
          <p:nvSpPr>
            <p:cNvPr id="639" name="Google Shape;639;p9"/>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9"/>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641" name="Google Shape;641;p9"/>
          <p:cNvSpPr txBox="1"/>
          <p:nvPr/>
        </p:nvSpPr>
        <p:spPr>
          <a:xfrm>
            <a:off x="2429700" y="5474275"/>
            <a:ext cx="4284600" cy="1517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Somatic Nervous System | </a:t>
            </a:r>
            <a:r>
              <a:rPr b="1" i="0" lang="en-US" sz="2900" u="none" cap="none" strike="noStrike">
                <a:solidFill>
                  <a:srgbClr val="0000FF"/>
                </a:solidFill>
                <a:latin typeface="Poppins"/>
                <a:ea typeface="Poppins"/>
                <a:cs typeface="Poppins"/>
                <a:sym typeface="Poppins"/>
              </a:rPr>
              <a:t>Sistema nervioso somático</a:t>
            </a:r>
            <a:endParaRPr b="1" i="0" sz="2900" u="none" cap="none" strike="noStrike">
              <a:solidFill>
                <a:srgbClr val="0000FF"/>
              </a:solidFill>
              <a:latin typeface="Poppins"/>
              <a:ea typeface="Poppins"/>
              <a:cs typeface="Poppins"/>
              <a:sym typeface="Poppins"/>
            </a:endParaRPr>
          </a:p>
        </p:txBody>
      </p:sp>
      <p:grpSp>
        <p:nvGrpSpPr>
          <p:cNvPr id="642" name="Google Shape;642;p9"/>
          <p:cNvGrpSpPr/>
          <p:nvPr/>
        </p:nvGrpSpPr>
        <p:grpSpPr>
          <a:xfrm>
            <a:off x="10531200" y="4783776"/>
            <a:ext cx="4781806" cy="5236075"/>
            <a:chOff x="0" y="-57150"/>
            <a:chExt cx="700036" cy="766539"/>
          </a:xfrm>
        </p:grpSpPr>
        <p:sp>
          <p:nvSpPr>
            <p:cNvPr id="643" name="Google Shape;643;p9"/>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9"/>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645" name="Google Shape;645;p9"/>
          <p:cNvSpPr txBox="1"/>
          <p:nvPr/>
        </p:nvSpPr>
        <p:spPr>
          <a:xfrm>
            <a:off x="10779800" y="5474275"/>
            <a:ext cx="4284600" cy="2053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lang="en-US" sz="2900">
                <a:solidFill>
                  <a:srgbClr val="13655A"/>
                </a:solidFill>
                <a:latin typeface="Poppins"/>
                <a:ea typeface="Poppins"/>
                <a:cs typeface="Poppins"/>
                <a:sym typeface="Poppins"/>
              </a:rPr>
              <a:t>Autonomic</a:t>
            </a:r>
            <a:r>
              <a:rPr b="1" i="0" lang="en-US" sz="2900" u="none" cap="none" strike="noStrike">
                <a:solidFill>
                  <a:srgbClr val="13655A"/>
                </a:solidFill>
                <a:latin typeface="Poppins"/>
                <a:ea typeface="Poppins"/>
                <a:cs typeface="Poppins"/>
                <a:sym typeface="Poppins"/>
              </a:rPr>
              <a:t> Nervous System | </a:t>
            </a:r>
            <a:r>
              <a:rPr b="1" i="0" lang="en-US" sz="2900" u="none" cap="none" strike="noStrike">
                <a:solidFill>
                  <a:srgbClr val="0000FF"/>
                </a:solidFill>
                <a:latin typeface="Poppins"/>
                <a:ea typeface="Poppins"/>
                <a:cs typeface="Poppins"/>
                <a:sym typeface="Poppins"/>
              </a:rPr>
              <a:t>Sistema nervioso </a:t>
            </a:r>
            <a:r>
              <a:rPr b="1" lang="en-US" sz="2900">
                <a:solidFill>
                  <a:srgbClr val="0000FF"/>
                </a:solidFill>
                <a:latin typeface="Poppins"/>
                <a:ea typeface="Poppins"/>
                <a:cs typeface="Poppins"/>
                <a:sym typeface="Poppins"/>
              </a:rPr>
              <a:t>autónomo</a:t>
            </a:r>
            <a:endParaRPr b="1" sz="2900">
              <a:solidFill>
                <a:srgbClr val="0000FF"/>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900"/>
              <a:buFont typeface="Arial"/>
              <a:buNone/>
            </a:pPr>
            <a:r>
              <a:t/>
            </a:r>
            <a:endParaRPr b="1" sz="2900">
              <a:solidFill>
                <a:srgbClr val="0000FF"/>
              </a:solidFill>
              <a:latin typeface="Poppins"/>
              <a:ea typeface="Poppins"/>
              <a:cs typeface="Poppins"/>
              <a:sym typeface="Poppins"/>
            </a:endParaRPr>
          </a:p>
        </p:txBody>
      </p:sp>
      <p:sp>
        <p:nvSpPr>
          <p:cNvPr id="646" name="Google Shape;646;p9"/>
          <p:cNvSpPr txBox="1"/>
          <p:nvPr/>
        </p:nvSpPr>
        <p:spPr>
          <a:xfrm>
            <a:off x="2826300" y="7188934"/>
            <a:ext cx="3491400" cy="2321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600"/>
              <a:buFont typeface="Arial"/>
              <a:buNone/>
            </a:pPr>
            <a:r>
              <a:rPr b="0" i="0" lang="en-US" sz="2600" u="none" cap="none" strike="noStrike">
                <a:solidFill>
                  <a:srgbClr val="13655A"/>
                </a:solidFill>
                <a:latin typeface="Poppins"/>
                <a:ea typeface="Poppins"/>
                <a:cs typeface="Poppins"/>
                <a:sym typeface="Poppins"/>
              </a:rPr>
              <a:t>Controls voluntary actions</a:t>
            </a:r>
            <a:endParaRPr b="0" i="0" sz="26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600"/>
              <a:buFont typeface="Arial"/>
              <a:buNone/>
            </a:pPr>
            <a:r>
              <a:t/>
            </a:r>
            <a:endParaRPr b="0" i="0" sz="26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600"/>
              <a:buFont typeface="Arial"/>
              <a:buNone/>
            </a:pPr>
            <a:r>
              <a:rPr b="0" i="0" lang="en-US" sz="2600" u="none" cap="none" strike="noStrike">
                <a:solidFill>
                  <a:srgbClr val="0000FF"/>
                </a:solidFill>
                <a:latin typeface="Poppins"/>
                <a:ea typeface="Poppins"/>
                <a:cs typeface="Poppins"/>
                <a:sym typeface="Poppins"/>
              </a:rPr>
              <a:t>Controla las acciones voluntarias</a:t>
            </a:r>
            <a:endParaRPr b="0" i="0" sz="2600" u="none" cap="none" strike="noStrike">
              <a:solidFill>
                <a:srgbClr val="0000FF"/>
              </a:solidFill>
              <a:latin typeface="Poppins"/>
              <a:ea typeface="Poppins"/>
              <a:cs typeface="Poppins"/>
              <a:sym typeface="Poppins"/>
            </a:endParaRPr>
          </a:p>
        </p:txBody>
      </p:sp>
      <p:sp>
        <p:nvSpPr>
          <p:cNvPr id="647" name="Google Shape;647;p9"/>
          <p:cNvSpPr txBox="1"/>
          <p:nvPr/>
        </p:nvSpPr>
        <p:spPr>
          <a:xfrm>
            <a:off x="11026550" y="7188925"/>
            <a:ext cx="3791100" cy="2693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500"/>
              <a:buFont typeface="Arial"/>
              <a:buNone/>
            </a:pPr>
            <a:r>
              <a:rPr b="0" i="0" lang="en-US" sz="2500" u="none" cap="none" strike="noStrike">
                <a:solidFill>
                  <a:srgbClr val="13655A"/>
                </a:solidFill>
                <a:latin typeface="Poppins"/>
                <a:ea typeface="Poppins"/>
                <a:cs typeface="Poppins"/>
                <a:sym typeface="Poppins"/>
              </a:rPr>
              <a:t>Controls involuntary/</a:t>
            </a:r>
            <a:endParaRPr b="0" i="0" sz="25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500"/>
              <a:buFont typeface="Arial"/>
              <a:buNone/>
            </a:pPr>
            <a:r>
              <a:rPr b="0" i="0" lang="en-US" sz="2500" u="none" cap="none" strike="noStrike">
                <a:solidFill>
                  <a:srgbClr val="13655A"/>
                </a:solidFill>
                <a:latin typeface="Poppins"/>
                <a:ea typeface="Poppins"/>
                <a:cs typeface="Poppins"/>
                <a:sym typeface="Poppins"/>
              </a:rPr>
              <a:t>automatic actions</a:t>
            </a:r>
            <a:endParaRPr b="0" i="0" sz="25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500"/>
              <a:buFont typeface="Arial"/>
              <a:buNone/>
            </a:pPr>
            <a:r>
              <a:t/>
            </a:r>
            <a:endParaRPr b="0" i="0" sz="25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500"/>
              <a:buFont typeface="Arial"/>
              <a:buNone/>
            </a:pPr>
            <a:r>
              <a:rPr b="0" i="0" lang="en-US" sz="2500" u="none" cap="none" strike="noStrike">
                <a:solidFill>
                  <a:srgbClr val="0000FF"/>
                </a:solidFill>
                <a:latin typeface="Poppins"/>
                <a:ea typeface="Poppins"/>
                <a:cs typeface="Poppins"/>
                <a:sym typeface="Poppins"/>
              </a:rPr>
              <a:t>Controla las acciones involuntarias/</a:t>
            </a:r>
            <a:endParaRPr b="0" i="0" sz="2500" u="none" cap="none" strike="noStrike">
              <a:solidFill>
                <a:srgbClr val="0000FF"/>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500"/>
              <a:buFont typeface="Arial"/>
              <a:buNone/>
            </a:pPr>
            <a:r>
              <a:rPr b="0" i="0" lang="en-US" sz="2500" u="none" cap="none" strike="noStrike">
                <a:solidFill>
                  <a:srgbClr val="0000FF"/>
                </a:solidFill>
                <a:latin typeface="Poppins"/>
                <a:ea typeface="Poppins"/>
                <a:cs typeface="Poppins"/>
                <a:sym typeface="Poppins"/>
              </a:rPr>
              <a:t>automáticas</a:t>
            </a:r>
            <a:endParaRPr b="0" i="0" sz="2500" u="none" cap="none" strike="noStrike">
              <a:solidFill>
                <a:srgbClr val="0000FF"/>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51" name="Shape 651"/>
        <p:cNvGrpSpPr/>
        <p:nvPr/>
      </p:nvGrpSpPr>
      <p:grpSpPr>
        <a:xfrm>
          <a:off x="0" y="0"/>
          <a:ext cx="0" cy="0"/>
          <a:chOff x="0" y="0"/>
          <a:chExt cx="0" cy="0"/>
        </a:xfrm>
      </p:grpSpPr>
      <p:sp>
        <p:nvSpPr>
          <p:cNvPr id="652" name="Google Shape;652;p10"/>
          <p:cNvSpPr txBox="1"/>
          <p:nvPr/>
        </p:nvSpPr>
        <p:spPr>
          <a:xfrm>
            <a:off x="-376475" y="756175"/>
            <a:ext cx="13673100" cy="21270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008"/>
              <a:buFont typeface="Arial"/>
              <a:buNone/>
            </a:pPr>
            <a:r>
              <a:rPr b="1" i="0" lang="en-US" sz="6008" u="none" cap="none" strike="noStrike">
                <a:solidFill>
                  <a:srgbClr val="136447"/>
                </a:solidFill>
                <a:latin typeface="Poppins"/>
                <a:ea typeface="Poppins"/>
                <a:cs typeface="Poppins"/>
                <a:sym typeface="Poppins"/>
              </a:rPr>
              <a:t>Autonomic System: 2 Teams</a:t>
            </a:r>
            <a:endParaRPr b="1" i="0" sz="6008"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6008"/>
              <a:buFont typeface="Arial"/>
              <a:buNone/>
            </a:pPr>
            <a:r>
              <a:rPr b="1" i="0" lang="en-US" sz="6008" u="none" cap="none" strike="noStrike">
                <a:solidFill>
                  <a:srgbClr val="0000FF"/>
                </a:solidFill>
                <a:latin typeface="Poppins"/>
                <a:ea typeface="Poppins"/>
                <a:cs typeface="Poppins"/>
                <a:sym typeface="Poppins"/>
              </a:rPr>
              <a:t>Sistema autónomo: 2 equipos</a:t>
            </a:r>
            <a:endParaRPr b="1" i="0" sz="6008" u="none" cap="none" strike="noStrike">
              <a:solidFill>
                <a:srgbClr val="0000FF"/>
              </a:solidFill>
              <a:latin typeface="Poppins"/>
              <a:ea typeface="Poppins"/>
              <a:cs typeface="Poppins"/>
              <a:sym typeface="Poppins"/>
            </a:endParaRPr>
          </a:p>
        </p:txBody>
      </p:sp>
      <p:sp>
        <p:nvSpPr>
          <p:cNvPr id="653" name="Google Shape;653;p10"/>
          <p:cNvSpPr txBox="1"/>
          <p:nvPr/>
        </p:nvSpPr>
        <p:spPr>
          <a:xfrm>
            <a:off x="1602000" y="3243875"/>
            <a:ext cx="15084000" cy="2798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600"/>
              <a:buFont typeface="Arial"/>
              <a:buNone/>
            </a:pPr>
            <a:r>
              <a:rPr b="1" i="0" lang="en-US" sz="3600" u="none" cap="none" strike="noStrike">
                <a:solidFill>
                  <a:srgbClr val="2D2F3B"/>
                </a:solidFill>
                <a:latin typeface="Poppins Medium"/>
                <a:ea typeface="Poppins Medium"/>
                <a:cs typeface="Poppins Medium"/>
                <a:sym typeface="Poppins Medium"/>
              </a:rPr>
              <a:t>Think of them as the </a:t>
            </a:r>
            <a:r>
              <a:rPr b="1" i="1" lang="en-US" sz="3600" u="none" cap="none" strike="noStrike">
                <a:solidFill>
                  <a:srgbClr val="2D2F3B"/>
                </a:solidFill>
                <a:latin typeface="Poppins Medium"/>
                <a:ea typeface="Poppins Medium"/>
                <a:cs typeface="Poppins Medium"/>
                <a:sym typeface="Poppins Medium"/>
              </a:rPr>
              <a:t>gas pedal</a:t>
            </a:r>
            <a:r>
              <a:rPr b="1" i="0" lang="en-US" sz="3600" u="none" cap="none" strike="noStrike">
                <a:solidFill>
                  <a:srgbClr val="2D2F3B"/>
                </a:solidFill>
                <a:latin typeface="Poppins Medium"/>
                <a:ea typeface="Poppins Medium"/>
                <a:cs typeface="Poppins Medium"/>
                <a:sym typeface="Poppins Medium"/>
              </a:rPr>
              <a:t> and </a:t>
            </a:r>
            <a:r>
              <a:rPr b="1" i="1" lang="en-US" sz="3600" u="none" cap="none" strike="noStrike">
                <a:solidFill>
                  <a:srgbClr val="2D2F3B"/>
                </a:solidFill>
                <a:latin typeface="Poppins Medium"/>
                <a:ea typeface="Poppins Medium"/>
                <a:cs typeface="Poppins Medium"/>
                <a:sym typeface="Poppins Medium"/>
              </a:rPr>
              <a:t>brake</a:t>
            </a:r>
            <a:r>
              <a:rPr b="1" i="0" lang="en-US" sz="3600" u="none" cap="none" strike="noStrike">
                <a:solidFill>
                  <a:srgbClr val="2D2F3B"/>
                </a:solidFill>
                <a:latin typeface="Poppins Medium"/>
                <a:ea typeface="Poppins Medium"/>
                <a:cs typeface="Poppins Medium"/>
                <a:sym typeface="Poppins Medium"/>
              </a:rPr>
              <a:t> for your body</a:t>
            </a:r>
            <a:endParaRPr b="1" i="0" sz="36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600"/>
              <a:buFont typeface="Arial"/>
              <a:buNone/>
            </a:pPr>
            <a:r>
              <a:rPr b="1" i="0" lang="en-US" sz="3600" u="none" cap="none" strike="noStrike">
                <a:solidFill>
                  <a:srgbClr val="0000FF"/>
                </a:solidFill>
                <a:latin typeface="Poppins Medium"/>
                <a:ea typeface="Poppins Medium"/>
                <a:cs typeface="Poppins Medium"/>
                <a:sym typeface="Poppins Medium"/>
              </a:rPr>
              <a:t>Piensa en ellos como el acelerador y el freno para tu cuerpo</a:t>
            </a:r>
            <a:endParaRPr b="1" i="0" sz="36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600"/>
              <a:buFont typeface="Arial"/>
              <a:buNone/>
            </a:pPr>
            <a:r>
              <a:t/>
            </a:r>
            <a:endParaRPr b="1" i="0" sz="36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666666"/>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666666"/>
              </a:solidFill>
              <a:latin typeface="Poppins Medium"/>
              <a:ea typeface="Poppins Medium"/>
              <a:cs typeface="Poppins Medium"/>
              <a:sym typeface="Poppins Medium"/>
            </a:endParaRPr>
          </a:p>
        </p:txBody>
      </p:sp>
      <p:grpSp>
        <p:nvGrpSpPr>
          <p:cNvPr id="654" name="Google Shape;654;p10"/>
          <p:cNvGrpSpPr/>
          <p:nvPr/>
        </p:nvGrpSpPr>
        <p:grpSpPr>
          <a:xfrm>
            <a:off x="1915250" y="4606100"/>
            <a:ext cx="5489052" cy="5236075"/>
            <a:chOff x="0" y="-57150"/>
            <a:chExt cx="700036" cy="766539"/>
          </a:xfrm>
        </p:grpSpPr>
        <p:sp>
          <p:nvSpPr>
            <p:cNvPr id="655" name="Google Shape;655;p10"/>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10"/>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657" name="Google Shape;657;p10"/>
          <p:cNvSpPr txBox="1"/>
          <p:nvPr/>
        </p:nvSpPr>
        <p:spPr>
          <a:xfrm>
            <a:off x="2220925" y="5296575"/>
            <a:ext cx="4877700" cy="446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Sympathetic | </a:t>
            </a:r>
            <a:r>
              <a:rPr b="1" i="0" lang="en-US" sz="2900" u="none" cap="none" strike="noStrike">
                <a:solidFill>
                  <a:srgbClr val="0000FF"/>
                </a:solidFill>
                <a:latin typeface="Poppins"/>
                <a:ea typeface="Poppins"/>
                <a:cs typeface="Poppins"/>
                <a:sym typeface="Poppins"/>
              </a:rPr>
              <a:t>Simpático</a:t>
            </a:r>
            <a:r>
              <a:rPr b="1" i="0" lang="en-US" sz="2900" u="none" cap="none" strike="noStrike">
                <a:solidFill>
                  <a:srgbClr val="13655A"/>
                </a:solidFill>
                <a:latin typeface="Poppins"/>
                <a:ea typeface="Poppins"/>
                <a:cs typeface="Poppins"/>
                <a:sym typeface="Poppins"/>
              </a:rPr>
              <a:t> </a:t>
            </a:r>
            <a:endParaRPr b="0" i="0" sz="2800" u="none" cap="none" strike="noStrike">
              <a:solidFill>
                <a:srgbClr val="000000"/>
              </a:solidFill>
              <a:latin typeface="Arial"/>
              <a:ea typeface="Arial"/>
              <a:cs typeface="Arial"/>
              <a:sym typeface="Arial"/>
            </a:endParaRPr>
          </a:p>
        </p:txBody>
      </p:sp>
      <p:grpSp>
        <p:nvGrpSpPr>
          <p:cNvPr id="658" name="Google Shape;658;p10"/>
          <p:cNvGrpSpPr/>
          <p:nvPr/>
        </p:nvGrpSpPr>
        <p:grpSpPr>
          <a:xfrm>
            <a:off x="10129050" y="4606075"/>
            <a:ext cx="5489052" cy="5236075"/>
            <a:chOff x="0" y="-57150"/>
            <a:chExt cx="700036" cy="766539"/>
          </a:xfrm>
        </p:grpSpPr>
        <p:sp>
          <p:nvSpPr>
            <p:cNvPr id="659" name="Google Shape;659;p10"/>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10"/>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661" name="Google Shape;661;p10"/>
          <p:cNvSpPr txBox="1"/>
          <p:nvPr/>
        </p:nvSpPr>
        <p:spPr>
          <a:xfrm>
            <a:off x="10868750" y="5296575"/>
            <a:ext cx="4106700" cy="981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Parasympathetic | </a:t>
            </a:r>
            <a:r>
              <a:rPr b="1" i="0" lang="en-US" sz="2900" u="none" cap="none" strike="noStrike">
                <a:solidFill>
                  <a:srgbClr val="0000FF"/>
                </a:solidFill>
                <a:latin typeface="Poppins"/>
                <a:ea typeface="Poppins"/>
                <a:cs typeface="Poppins"/>
                <a:sym typeface="Poppins"/>
              </a:rPr>
              <a:t>Parasimpático</a:t>
            </a:r>
            <a:endParaRPr b="1" i="0" sz="2900" u="none" cap="none" strike="noStrike">
              <a:solidFill>
                <a:srgbClr val="0000FF"/>
              </a:solidFill>
              <a:latin typeface="Poppins"/>
              <a:ea typeface="Poppins"/>
              <a:cs typeface="Poppins"/>
              <a:sym typeface="Poppins"/>
            </a:endParaRPr>
          </a:p>
        </p:txBody>
      </p:sp>
      <p:sp>
        <p:nvSpPr>
          <p:cNvPr id="662" name="Google Shape;662;p10"/>
          <p:cNvSpPr txBox="1"/>
          <p:nvPr/>
        </p:nvSpPr>
        <p:spPr>
          <a:xfrm>
            <a:off x="2054550" y="6042275"/>
            <a:ext cx="5034900" cy="3589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13655A"/>
                </a:solidFill>
                <a:latin typeface="Poppins"/>
                <a:ea typeface="Poppins"/>
                <a:cs typeface="Poppins"/>
                <a:sym typeface="Poppins"/>
              </a:rPr>
              <a:t>“Fight or Flight”</a:t>
            </a:r>
            <a:endParaRPr b="0" i="0" sz="22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0000FF"/>
                </a:solidFill>
                <a:latin typeface="Poppins"/>
                <a:ea typeface="Poppins"/>
                <a:cs typeface="Poppins"/>
                <a:sym typeface="Poppins"/>
              </a:rPr>
              <a:t>“Lucha o huida”</a:t>
            </a:r>
            <a:endParaRPr b="0" i="0" sz="2200" u="none" cap="none" strike="noStrike">
              <a:solidFill>
                <a:srgbClr val="0000FF"/>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t/>
            </a:r>
            <a:endParaRPr b="0" i="0" sz="22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13655A"/>
                </a:solidFill>
                <a:latin typeface="Poppins"/>
                <a:ea typeface="Poppins"/>
                <a:cs typeface="Poppins"/>
                <a:sym typeface="Poppins"/>
              </a:rPr>
              <a:t>Speeds up your body</a:t>
            </a:r>
            <a:endParaRPr b="0" i="0" sz="22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0000FF"/>
                </a:solidFill>
                <a:latin typeface="Poppins"/>
                <a:ea typeface="Poppins"/>
                <a:cs typeface="Poppins"/>
                <a:sym typeface="Poppins"/>
              </a:rPr>
              <a:t>Acelera tu cuerpo</a:t>
            </a:r>
            <a:endParaRPr b="0" i="0" sz="2200" u="none" cap="none" strike="noStrike">
              <a:solidFill>
                <a:srgbClr val="0000FF"/>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t/>
            </a:r>
            <a:endParaRPr b="0" i="0" sz="22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13655A"/>
                </a:solidFill>
                <a:latin typeface="Poppins"/>
                <a:ea typeface="Poppins"/>
                <a:cs typeface="Poppins"/>
                <a:sym typeface="Poppins"/>
              </a:rPr>
              <a:t>Increased heart rate, dilated pupils</a:t>
            </a:r>
            <a:endParaRPr b="0" i="0" sz="22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0000FF"/>
                </a:solidFill>
                <a:latin typeface="Poppins"/>
                <a:ea typeface="Poppins"/>
                <a:cs typeface="Poppins"/>
                <a:sym typeface="Poppins"/>
              </a:rPr>
              <a:t>Aumento de la frecuencia cardíaca, pupilas dilatadas</a:t>
            </a:r>
            <a:endParaRPr b="0" i="0" sz="2200" u="none" cap="none" strike="noStrike">
              <a:solidFill>
                <a:srgbClr val="0000FF"/>
              </a:solidFill>
              <a:latin typeface="Poppins"/>
              <a:ea typeface="Poppins"/>
              <a:cs typeface="Poppins"/>
              <a:sym typeface="Poppins"/>
            </a:endParaRPr>
          </a:p>
        </p:txBody>
      </p:sp>
      <p:sp>
        <p:nvSpPr>
          <p:cNvPr id="663" name="Google Shape;663;p10"/>
          <p:cNvSpPr txBox="1"/>
          <p:nvPr/>
        </p:nvSpPr>
        <p:spPr>
          <a:xfrm>
            <a:off x="10434725" y="6256875"/>
            <a:ext cx="4877700" cy="3632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000"/>
              <a:buFont typeface="Arial"/>
              <a:buNone/>
            </a:pPr>
            <a:r>
              <a:rPr b="0" i="0" lang="en-US" sz="2000" u="none" cap="none" strike="noStrike">
                <a:solidFill>
                  <a:srgbClr val="13655A"/>
                </a:solidFill>
                <a:latin typeface="Poppins"/>
                <a:ea typeface="Poppins"/>
                <a:cs typeface="Poppins"/>
                <a:sym typeface="Poppins"/>
              </a:rPr>
              <a:t>“Rest and Digest”</a:t>
            </a:r>
            <a:endParaRPr b="0"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a:t>
            </a:r>
            <a:r>
              <a:rPr lang="en-US" sz="2000">
                <a:solidFill>
                  <a:srgbClr val="0000FF"/>
                </a:solidFill>
                <a:latin typeface="Poppins"/>
                <a:ea typeface="Poppins"/>
                <a:cs typeface="Poppins"/>
                <a:sym typeface="Poppins"/>
              </a:rPr>
              <a:t>reposo y digestión</a:t>
            </a:r>
            <a:r>
              <a:rPr b="0" i="0" lang="en-US" sz="2000" u="none" cap="none" strike="noStrike">
                <a:solidFill>
                  <a:srgbClr val="0000FF"/>
                </a:solidFill>
                <a:latin typeface="Poppins"/>
                <a:ea typeface="Poppins"/>
                <a:cs typeface="Poppins"/>
                <a:sym typeface="Poppins"/>
              </a:rPr>
              <a:t>”</a:t>
            </a:r>
            <a:endParaRPr b="0" i="0" sz="2000" u="none" cap="none" strike="noStrike">
              <a:solidFill>
                <a:srgbClr val="0000FF"/>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t/>
            </a:r>
            <a:endParaRPr b="0" i="0" sz="2000" u="none" cap="none" strike="noStrike">
              <a:solidFill>
                <a:srgbClr val="351C75"/>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0" i="0" lang="en-US" sz="2000" u="none" cap="none" strike="noStrike">
                <a:solidFill>
                  <a:srgbClr val="13655A"/>
                </a:solidFill>
                <a:latin typeface="Poppins"/>
                <a:ea typeface="Poppins"/>
                <a:cs typeface="Poppins"/>
                <a:sym typeface="Poppins"/>
              </a:rPr>
              <a:t>Calms you down</a:t>
            </a:r>
            <a:endParaRPr b="0"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Te calma</a:t>
            </a:r>
            <a:endParaRPr b="0" i="0" sz="2000" u="none" cap="none" strike="noStrike">
              <a:solidFill>
                <a:srgbClr val="0000FF"/>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t/>
            </a:r>
            <a:endParaRPr b="0"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0" i="0" lang="en-US" sz="2000" u="none" cap="none" strike="noStrike">
                <a:solidFill>
                  <a:srgbClr val="13655A"/>
                </a:solidFill>
                <a:latin typeface="Poppins"/>
                <a:ea typeface="Poppins"/>
                <a:cs typeface="Poppins"/>
                <a:sym typeface="Poppins"/>
              </a:rPr>
              <a:t>Increased digestion, slowing heart rate</a:t>
            </a:r>
            <a:endParaRPr b="0"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Aumenta la digestión, disminuye el ritmo cardíaco</a:t>
            </a:r>
            <a:endParaRPr b="0" i="0" sz="2000" u="none" cap="none" strike="noStrike">
              <a:solidFill>
                <a:srgbClr val="0000FF"/>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667" name="Shape 667"/>
        <p:cNvGrpSpPr/>
        <p:nvPr/>
      </p:nvGrpSpPr>
      <p:grpSpPr>
        <a:xfrm>
          <a:off x="0" y="0"/>
          <a:ext cx="0" cy="0"/>
          <a:chOff x="0" y="0"/>
          <a:chExt cx="0" cy="0"/>
        </a:xfrm>
      </p:grpSpPr>
      <p:sp>
        <p:nvSpPr>
          <p:cNvPr id="668" name="Google Shape;668;p11"/>
          <p:cNvSpPr txBox="1"/>
          <p:nvPr/>
        </p:nvSpPr>
        <p:spPr>
          <a:xfrm>
            <a:off x="2768108" y="556054"/>
            <a:ext cx="12751800" cy="15573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4399"/>
              <a:buFont typeface="Arial"/>
              <a:buNone/>
            </a:pPr>
            <a:r>
              <a:rPr b="1" i="0" lang="en-US" sz="4399" u="none" cap="none" strike="noStrike">
                <a:solidFill>
                  <a:srgbClr val="136447"/>
                </a:solidFill>
                <a:latin typeface="Poppins"/>
                <a:ea typeface="Poppins"/>
                <a:cs typeface="Poppins"/>
                <a:sym typeface="Poppins"/>
              </a:rPr>
              <a:t>Which Nervous System Is It?</a:t>
            </a:r>
            <a:endParaRPr b="1" i="0" sz="4399"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4399"/>
              <a:buFont typeface="Arial"/>
              <a:buNone/>
            </a:pPr>
            <a:r>
              <a:rPr b="1" i="0" lang="en-US" sz="4399" u="none" cap="none" strike="noStrike">
                <a:solidFill>
                  <a:srgbClr val="0000FF"/>
                </a:solidFill>
                <a:latin typeface="Poppins"/>
                <a:ea typeface="Poppins"/>
                <a:cs typeface="Poppins"/>
                <a:sym typeface="Poppins"/>
              </a:rPr>
              <a:t>¿De qué sistema nervioso se trata?</a:t>
            </a:r>
            <a:endParaRPr b="1" i="0" sz="4399" u="none" cap="none" strike="noStrike">
              <a:solidFill>
                <a:srgbClr val="0000FF"/>
              </a:solidFill>
              <a:latin typeface="Poppins"/>
              <a:ea typeface="Poppins"/>
              <a:cs typeface="Poppins"/>
              <a:sym typeface="Poppins"/>
            </a:endParaRPr>
          </a:p>
        </p:txBody>
      </p:sp>
      <p:grpSp>
        <p:nvGrpSpPr>
          <p:cNvPr id="669" name="Google Shape;669;p11"/>
          <p:cNvGrpSpPr/>
          <p:nvPr/>
        </p:nvGrpSpPr>
        <p:grpSpPr>
          <a:xfrm>
            <a:off x="4322594" y="2202556"/>
            <a:ext cx="3055023" cy="3345249"/>
            <a:chOff x="0" y="-57150"/>
            <a:chExt cx="700036" cy="766539"/>
          </a:xfrm>
        </p:grpSpPr>
        <p:sp>
          <p:nvSpPr>
            <p:cNvPr id="670" name="Google Shape;670;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2" name="Google Shape;672;p11"/>
          <p:cNvGrpSpPr/>
          <p:nvPr/>
        </p:nvGrpSpPr>
        <p:grpSpPr>
          <a:xfrm>
            <a:off x="7616488" y="2202556"/>
            <a:ext cx="3055023" cy="3345249"/>
            <a:chOff x="0" y="-57150"/>
            <a:chExt cx="700036" cy="766539"/>
          </a:xfrm>
        </p:grpSpPr>
        <p:sp>
          <p:nvSpPr>
            <p:cNvPr id="673" name="Google Shape;673;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5" name="Google Shape;675;p11"/>
          <p:cNvGrpSpPr/>
          <p:nvPr/>
        </p:nvGrpSpPr>
        <p:grpSpPr>
          <a:xfrm>
            <a:off x="10910382" y="2202556"/>
            <a:ext cx="3055023" cy="3345249"/>
            <a:chOff x="0" y="-57150"/>
            <a:chExt cx="700036" cy="766539"/>
          </a:xfrm>
        </p:grpSpPr>
        <p:sp>
          <p:nvSpPr>
            <p:cNvPr id="676" name="Google Shape;676;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8" name="Google Shape;678;p11"/>
          <p:cNvGrpSpPr/>
          <p:nvPr/>
        </p:nvGrpSpPr>
        <p:grpSpPr>
          <a:xfrm>
            <a:off x="14204277" y="2202556"/>
            <a:ext cx="3055023" cy="3345249"/>
            <a:chOff x="0" y="-57150"/>
            <a:chExt cx="700036" cy="766539"/>
          </a:xfrm>
        </p:grpSpPr>
        <p:sp>
          <p:nvSpPr>
            <p:cNvPr id="679" name="Google Shape;679;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81" name="Google Shape;681;p11"/>
          <p:cNvGrpSpPr/>
          <p:nvPr/>
        </p:nvGrpSpPr>
        <p:grpSpPr>
          <a:xfrm>
            <a:off x="1028700" y="5863186"/>
            <a:ext cx="3055023" cy="3345249"/>
            <a:chOff x="0" y="-57150"/>
            <a:chExt cx="700036" cy="766539"/>
          </a:xfrm>
        </p:grpSpPr>
        <p:sp>
          <p:nvSpPr>
            <p:cNvPr id="682" name="Google Shape;682;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84" name="Google Shape;684;p11"/>
          <p:cNvGrpSpPr/>
          <p:nvPr/>
        </p:nvGrpSpPr>
        <p:grpSpPr>
          <a:xfrm>
            <a:off x="7616488" y="5863186"/>
            <a:ext cx="3055023" cy="3345249"/>
            <a:chOff x="0" y="-57150"/>
            <a:chExt cx="700036" cy="766539"/>
          </a:xfrm>
        </p:grpSpPr>
        <p:sp>
          <p:nvSpPr>
            <p:cNvPr id="685" name="Google Shape;685;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87" name="Google Shape;687;p11"/>
          <p:cNvGrpSpPr/>
          <p:nvPr/>
        </p:nvGrpSpPr>
        <p:grpSpPr>
          <a:xfrm>
            <a:off x="10910382" y="5863186"/>
            <a:ext cx="3055023" cy="3345249"/>
            <a:chOff x="0" y="-57150"/>
            <a:chExt cx="700036" cy="766539"/>
          </a:xfrm>
        </p:grpSpPr>
        <p:sp>
          <p:nvSpPr>
            <p:cNvPr id="688" name="Google Shape;688;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90" name="Google Shape;690;p11"/>
          <p:cNvGrpSpPr/>
          <p:nvPr/>
        </p:nvGrpSpPr>
        <p:grpSpPr>
          <a:xfrm>
            <a:off x="14204277" y="5863186"/>
            <a:ext cx="3055023" cy="3345249"/>
            <a:chOff x="0" y="-57150"/>
            <a:chExt cx="700036" cy="766539"/>
          </a:xfrm>
        </p:grpSpPr>
        <p:sp>
          <p:nvSpPr>
            <p:cNvPr id="691" name="Google Shape;691;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93" name="Google Shape;693;p11"/>
          <p:cNvGrpSpPr/>
          <p:nvPr/>
        </p:nvGrpSpPr>
        <p:grpSpPr>
          <a:xfrm>
            <a:off x="1028700" y="2202556"/>
            <a:ext cx="3055023" cy="3345249"/>
            <a:chOff x="0" y="-57150"/>
            <a:chExt cx="700036" cy="766539"/>
          </a:xfrm>
        </p:grpSpPr>
        <p:sp>
          <p:nvSpPr>
            <p:cNvPr id="694" name="Google Shape;694;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96" name="Google Shape;696;p11"/>
          <p:cNvGrpSpPr/>
          <p:nvPr/>
        </p:nvGrpSpPr>
        <p:grpSpPr>
          <a:xfrm>
            <a:off x="4322594" y="5863186"/>
            <a:ext cx="3055023" cy="3345249"/>
            <a:chOff x="0" y="-57150"/>
            <a:chExt cx="700036" cy="766539"/>
          </a:xfrm>
        </p:grpSpPr>
        <p:sp>
          <p:nvSpPr>
            <p:cNvPr id="697" name="Google Shape;697;p11"/>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11"/>
            <p:cNvSpPr txBox="1"/>
            <p:nvPr/>
          </p:nvSpPr>
          <p:spPr>
            <a:xfrm>
              <a:off x="0" y="-57150"/>
              <a:ext cx="700036" cy="76653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99" name="Google Shape;699;p11"/>
          <p:cNvSpPr txBox="1"/>
          <p:nvPr/>
        </p:nvSpPr>
        <p:spPr>
          <a:xfrm>
            <a:off x="7816130" y="4917645"/>
            <a:ext cx="26556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3655A"/>
                </a:solidFill>
                <a:latin typeface="Poppins"/>
                <a:ea typeface="Poppins"/>
                <a:cs typeface="Poppins"/>
                <a:sym typeface="Poppins"/>
              </a:rPr>
              <a:t>Problem Solving</a:t>
            </a:r>
            <a:endParaRPr b="1" i="0" sz="16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FF"/>
                </a:solidFill>
                <a:latin typeface="Poppins"/>
                <a:ea typeface="Poppins"/>
                <a:cs typeface="Poppins"/>
                <a:sym typeface="Poppins"/>
              </a:rPr>
              <a:t>Resolución de problemas</a:t>
            </a:r>
            <a:endParaRPr b="1" i="0" sz="1600" u="none" cap="none" strike="noStrike">
              <a:solidFill>
                <a:srgbClr val="0000FF"/>
              </a:solidFill>
              <a:latin typeface="Poppins"/>
              <a:ea typeface="Poppins"/>
              <a:cs typeface="Poppins"/>
              <a:sym typeface="Poppins"/>
            </a:endParaRPr>
          </a:p>
        </p:txBody>
      </p:sp>
      <p:sp>
        <p:nvSpPr>
          <p:cNvPr id="700" name="Google Shape;700;p11"/>
          <p:cNvSpPr txBox="1"/>
          <p:nvPr/>
        </p:nvSpPr>
        <p:spPr>
          <a:xfrm>
            <a:off x="11044990" y="4804509"/>
            <a:ext cx="2785800" cy="677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Dilating Pupils</a:t>
            </a:r>
            <a:endParaRPr b="1"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Pupilas dilatadas</a:t>
            </a:r>
            <a:endParaRPr b="1" i="0" sz="2000" u="none" cap="none" strike="noStrike">
              <a:solidFill>
                <a:srgbClr val="0000FF"/>
              </a:solidFill>
              <a:latin typeface="Poppins"/>
              <a:ea typeface="Poppins"/>
              <a:cs typeface="Poppins"/>
              <a:sym typeface="Poppins"/>
            </a:endParaRPr>
          </a:p>
        </p:txBody>
      </p:sp>
      <p:sp>
        <p:nvSpPr>
          <p:cNvPr id="701" name="Google Shape;701;p11"/>
          <p:cNvSpPr txBox="1"/>
          <p:nvPr/>
        </p:nvSpPr>
        <p:spPr>
          <a:xfrm>
            <a:off x="1269036" y="8384864"/>
            <a:ext cx="2574300" cy="677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Breathing</a:t>
            </a:r>
            <a:endParaRPr b="1"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Respiración</a:t>
            </a:r>
            <a:endParaRPr b="1" i="0" sz="2000" u="none" cap="none" strike="noStrike">
              <a:solidFill>
                <a:srgbClr val="0000FF"/>
              </a:solidFill>
              <a:latin typeface="Poppins"/>
              <a:ea typeface="Poppins"/>
              <a:cs typeface="Poppins"/>
              <a:sym typeface="Poppins"/>
            </a:endParaRPr>
          </a:p>
        </p:txBody>
      </p:sp>
      <p:sp>
        <p:nvSpPr>
          <p:cNvPr id="702" name="Google Shape;702;p11"/>
          <p:cNvSpPr txBox="1"/>
          <p:nvPr/>
        </p:nvSpPr>
        <p:spPr>
          <a:xfrm>
            <a:off x="14536123" y="4905799"/>
            <a:ext cx="23913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Planning</a:t>
            </a:r>
            <a:endParaRPr b="1" i="0" sz="20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Planificación</a:t>
            </a:r>
            <a:endParaRPr b="1" i="0" sz="2000" u="none" cap="none" strike="noStrike">
              <a:solidFill>
                <a:srgbClr val="0000FF"/>
              </a:solidFill>
              <a:latin typeface="Poppins"/>
              <a:ea typeface="Poppins"/>
              <a:cs typeface="Poppins"/>
              <a:sym typeface="Poppins"/>
            </a:endParaRPr>
          </a:p>
        </p:txBody>
      </p:sp>
      <p:sp>
        <p:nvSpPr>
          <p:cNvPr id="703" name="Google Shape;703;p11"/>
          <p:cNvSpPr txBox="1"/>
          <p:nvPr/>
        </p:nvSpPr>
        <p:spPr>
          <a:xfrm>
            <a:off x="4457213" y="4872588"/>
            <a:ext cx="2785800" cy="541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600"/>
              <a:buFont typeface="Arial"/>
              <a:buNone/>
            </a:pPr>
            <a:r>
              <a:rPr b="1" i="0" lang="en-US" sz="1600" u="none" cap="none" strike="noStrike">
                <a:solidFill>
                  <a:srgbClr val="13655A"/>
                </a:solidFill>
                <a:latin typeface="Poppins"/>
                <a:ea typeface="Poppins"/>
                <a:cs typeface="Poppins"/>
                <a:sym typeface="Poppins"/>
              </a:rPr>
              <a:t>Regulating Digestion</a:t>
            </a:r>
            <a:endParaRPr b="1" i="0" sz="16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1600"/>
              <a:buFont typeface="Arial"/>
              <a:buNone/>
            </a:pPr>
            <a:r>
              <a:rPr b="1" i="0" lang="en-US" sz="1600" u="none" cap="none" strike="noStrike">
                <a:solidFill>
                  <a:srgbClr val="0000FF"/>
                </a:solidFill>
                <a:latin typeface="Poppins"/>
                <a:ea typeface="Poppins"/>
                <a:cs typeface="Poppins"/>
                <a:sym typeface="Poppins"/>
              </a:rPr>
              <a:t>Regulación de la digestión</a:t>
            </a:r>
            <a:endParaRPr b="1" i="0" sz="1600" u="none" cap="none" strike="noStrike">
              <a:solidFill>
                <a:srgbClr val="0000FF"/>
              </a:solidFill>
              <a:latin typeface="Poppins"/>
              <a:ea typeface="Poppins"/>
              <a:cs typeface="Poppins"/>
              <a:sym typeface="Poppins"/>
            </a:endParaRPr>
          </a:p>
        </p:txBody>
      </p:sp>
      <p:sp>
        <p:nvSpPr>
          <p:cNvPr id="704" name="Google Shape;704;p11"/>
          <p:cNvSpPr txBox="1"/>
          <p:nvPr/>
        </p:nvSpPr>
        <p:spPr>
          <a:xfrm>
            <a:off x="1028825" y="4771050"/>
            <a:ext cx="3054900" cy="677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Wiggling Fingers</a:t>
            </a:r>
            <a:endParaRPr b="1"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Dedos que se mueven</a:t>
            </a:r>
            <a:endParaRPr b="1" i="0" sz="2000" u="none" cap="none" strike="noStrike">
              <a:solidFill>
                <a:srgbClr val="0000FF"/>
              </a:solidFill>
              <a:latin typeface="Poppins"/>
              <a:ea typeface="Poppins"/>
              <a:cs typeface="Poppins"/>
              <a:sym typeface="Poppins"/>
            </a:endParaRPr>
          </a:p>
        </p:txBody>
      </p:sp>
      <p:sp>
        <p:nvSpPr>
          <p:cNvPr id="705" name="Google Shape;705;p11"/>
          <p:cNvSpPr txBox="1"/>
          <p:nvPr/>
        </p:nvSpPr>
        <p:spPr>
          <a:xfrm>
            <a:off x="14305885" y="8413962"/>
            <a:ext cx="28518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Deciding to Talk</a:t>
            </a:r>
            <a:endParaRPr b="1" i="0" sz="20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Decidir hablar</a:t>
            </a:r>
            <a:endParaRPr b="1" i="0" sz="2000" u="none" cap="none" strike="noStrike">
              <a:solidFill>
                <a:srgbClr val="0000FF"/>
              </a:solidFill>
              <a:latin typeface="Poppins"/>
              <a:ea typeface="Poppins"/>
              <a:cs typeface="Poppins"/>
              <a:sym typeface="Poppins"/>
            </a:endParaRPr>
          </a:p>
        </p:txBody>
      </p:sp>
      <p:sp>
        <p:nvSpPr>
          <p:cNvPr id="706" name="Google Shape;706;p11"/>
          <p:cNvSpPr txBox="1"/>
          <p:nvPr/>
        </p:nvSpPr>
        <p:spPr>
          <a:xfrm>
            <a:off x="11110100" y="8318375"/>
            <a:ext cx="26556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3655A"/>
                </a:solidFill>
                <a:latin typeface="Poppins"/>
                <a:ea typeface="Poppins"/>
                <a:cs typeface="Poppins"/>
                <a:sym typeface="Poppins"/>
              </a:rPr>
              <a:t>Slowing Heart Rate</a:t>
            </a:r>
            <a:endParaRPr b="1" i="0" sz="18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FF"/>
                </a:solidFill>
                <a:latin typeface="Poppins"/>
                <a:ea typeface="Poppins"/>
                <a:cs typeface="Poppins"/>
                <a:sym typeface="Poppins"/>
              </a:rPr>
              <a:t>Disminución de la frecuencia cardíaca</a:t>
            </a:r>
            <a:endParaRPr b="1" i="0" sz="1800" u="none" cap="none" strike="noStrike">
              <a:solidFill>
                <a:srgbClr val="0000FF"/>
              </a:solidFill>
              <a:latin typeface="Poppins"/>
              <a:ea typeface="Poppins"/>
              <a:cs typeface="Poppins"/>
              <a:sym typeface="Poppins"/>
            </a:endParaRPr>
          </a:p>
        </p:txBody>
      </p:sp>
      <p:sp>
        <p:nvSpPr>
          <p:cNvPr id="707" name="Google Shape;707;p11"/>
          <p:cNvSpPr txBox="1"/>
          <p:nvPr/>
        </p:nvSpPr>
        <p:spPr>
          <a:xfrm>
            <a:off x="7948285" y="8465837"/>
            <a:ext cx="23913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3655A"/>
                </a:solidFill>
                <a:latin typeface="Poppins"/>
                <a:ea typeface="Poppins"/>
                <a:cs typeface="Poppins"/>
                <a:sym typeface="Poppins"/>
              </a:rPr>
              <a:t>Playing an Instrument</a:t>
            </a:r>
            <a:endParaRPr b="1" i="0" sz="16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FF"/>
                </a:solidFill>
                <a:latin typeface="Poppins"/>
                <a:ea typeface="Poppins"/>
                <a:cs typeface="Poppins"/>
                <a:sym typeface="Poppins"/>
              </a:rPr>
              <a:t>Tocar un instrumento</a:t>
            </a:r>
            <a:endParaRPr b="1" i="0" sz="1600" u="none" cap="none" strike="noStrike">
              <a:solidFill>
                <a:srgbClr val="0000FF"/>
              </a:solidFill>
              <a:latin typeface="Poppins"/>
              <a:ea typeface="Poppins"/>
              <a:cs typeface="Poppins"/>
              <a:sym typeface="Poppins"/>
            </a:endParaRPr>
          </a:p>
        </p:txBody>
      </p:sp>
      <p:sp>
        <p:nvSpPr>
          <p:cNvPr id="708" name="Google Shape;708;p11"/>
          <p:cNvSpPr txBox="1"/>
          <p:nvPr/>
        </p:nvSpPr>
        <p:spPr>
          <a:xfrm>
            <a:off x="4773101" y="8236837"/>
            <a:ext cx="2154000" cy="9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Feeling Emotion</a:t>
            </a:r>
            <a:endParaRPr b="1" i="0" sz="20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Sentimiento Emoción</a:t>
            </a:r>
            <a:endParaRPr b="1" i="0" sz="2000" u="none" cap="none" strike="noStrike">
              <a:solidFill>
                <a:srgbClr val="0000FF"/>
              </a:solidFill>
              <a:latin typeface="Poppins"/>
              <a:ea typeface="Poppins"/>
              <a:cs typeface="Poppins"/>
              <a:sym typeface="Poppins"/>
            </a:endParaRPr>
          </a:p>
        </p:txBody>
      </p:sp>
      <p:pic>
        <p:nvPicPr>
          <p:cNvPr descr="Boy holding hand out (Provided by Getty Images)" id="709" name="Google Shape;709;p11"/>
          <p:cNvPicPr preferRelativeResize="0"/>
          <p:nvPr/>
        </p:nvPicPr>
        <p:blipFill rotWithShape="1">
          <a:blip r:embed="rId3">
            <a:alphaModFix/>
          </a:blip>
          <a:srcRect b="0" l="0" r="0" t="0"/>
          <a:stretch/>
        </p:blipFill>
        <p:spPr>
          <a:xfrm>
            <a:off x="1360524" y="2928375"/>
            <a:ext cx="2391301" cy="1594976"/>
          </a:xfrm>
          <a:prstGeom prst="rect">
            <a:avLst/>
          </a:prstGeom>
          <a:noFill/>
          <a:ln>
            <a:noFill/>
          </a:ln>
        </p:spPr>
      </p:pic>
      <p:pic>
        <p:nvPicPr>
          <p:cNvPr descr="Human Digestive System Anatomy (Provided by Getty Images)" id="710" name="Google Shape;710;p11"/>
          <p:cNvPicPr preferRelativeResize="0"/>
          <p:nvPr/>
        </p:nvPicPr>
        <p:blipFill rotWithShape="1">
          <a:blip r:embed="rId4">
            <a:alphaModFix/>
          </a:blip>
          <a:srcRect b="0" l="0" r="0" t="0"/>
          <a:stretch/>
        </p:blipFill>
        <p:spPr>
          <a:xfrm>
            <a:off x="4424213" y="3073109"/>
            <a:ext cx="2851799" cy="1604140"/>
          </a:xfrm>
          <a:prstGeom prst="rect">
            <a:avLst/>
          </a:prstGeom>
          <a:noFill/>
          <a:ln>
            <a:noFill/>
          </a:ln>
        </p:spPr>
      </p:pic>
      <p:pic>
        <p:nvPicPr>
          <p:cNvPr descr="File:Problem Solving Illustration (Concept Image).jpg - Wikimedia ..." id="711" name="Google Shape;711;p11"/>
          <p:cNvPicPr preferRelativeResize="0"/>
          <p:nvPr/>
        </p:nvPicPr>
        <p:blipFill rotWithShape="1">
          <a:blip r:embed="rId5">
            <a:alphaModFix/>
          </a:blip>
          <a:srcRect b="0" l="0" r="0" t="0"/>
          <a:stretch/>
        </p:blipFill>
        <p:spPr>
          <a:xfrm>
            <a:off x="7948347" y="3030388"/>
            <a:ext cx="2391301" cy="1689568"/>
          </a:xfrm>
          <a:prstGeom prst="rect">
            <a:avLst/>
          </a:prstGeom>
          <a:noFill/>
          <a:ln>
            <a:noFill/>
          </a:ln>
        </p:spPr>
      </p:pic>
      <p:pic>
        <p:nvPicPr>
          <p:cNvPr descr="Macro human eye, dilated pupil of gray color, close-up retina (Provided by Getty Images)" id="712" name="Google Shape;712;p11"/>
          <p:cNvPicPr preferRelativeResize="0"/>
          <p:nvPr/>
        </p:nvPicPr>
        <p:blipFill rotWithShape="1">
          <a:blip r:embed="rId6">
            <a:alphaModFix/>
          </a:blip>
          <a:srcRect b="0" l="0" r="0" t="0"/>
          <a:stretch/>
        </p:blipFill>
        <p:spPr>
          <a:xfrm>
            <a:off x="11242248" y="2928363"/>
            <a:ext cx="2391301" cy="1594976"/>
          </a:xfrm>
          <a:prstGeom prst="rect">
            <a:avLst/>
          </a:prstGeom>
          <a:noFill/>
          <a:ln>
            <a:noFill/>
          </a:ln>
        </p:spPr>
      </p:pic>
      <p:pic>
        <p:nvPicPr>
          <p:cNvPr descr="Top view of calculator and calendar of January 2022 for planning (Provided by Getty Images)" id="713" name="Google Shape;713;p11"/>
          <p:cNvPicPr preferRelativeResize="0"/>
          <p:nvPr/>
        </p:nvPicPr>
        <p:blipFill rotWithShape="1">
          <a:blip r:embed="rId7">
            <a:alphaModFix/>
          </a:blip>
          <a:srcRect b="0" l="0" r="0" t="0"/>
          <a:stretch/>
        </p:blipFill>
        <p:spPr>
          <a:xfrm>
            <a:off x="14536125" y="3078263"/>
            <a:ext cx="2391301" cy="1593822"/>
          </a:xfrm>
          <a:prstGeom prst="rect">
            <a:avLst/>
          </a:prstGeom>
          <a:noFill/>
          <a:ln>
            <a:noFill/>
          </a:ln>
        </p:spPr>
      </p:pic>
      <p:pic>
        <p:nvPicPr>
          <p:cNvPr descr="Taking a moment to breathe (Provided by Getty Images)" id="714" name="Google Shape;714;p11"/>
          <p:cNvPicPr preferRelativeResize="0"/>
          <p:nvPr/>
        </p:nvPicPr>
        <p:blipFill rotWithShape="1">
          <a:blip r:embed="rId8">
            <a:alphaModFix/>
          </a:blip>
          <a:srcRect b="0" l="0" r="0" t="0"/>
          <a:stretch/>
        </p:blipFill>
        <p:spPr>
          <a:xfrm>
            <a:off x="1360625" y="6575300"/>
            <a:ext cx="2391301" cy="1444355"/>
          </a:xfrm>
          <a:prstGeom prst="rect">
            <a:avLst/>
          </a:prstGeom>
          <a:noFill/>
          <a:ln>
            <a:noFill/>
          </a:ln>
        </p:spPr>
      </p:pic>
      <p:pic>
        <p:nvPicPr>
          <p:cNvPr descr="Emoticon set icon. Laugh, crying, love, laughter, surprise, tongue, anger, consternation, startle, distempered emotion, feeling, emoji, violet background. Mood concept. Vector line icon for Business (Provided by Getty Images)" id="715" name="Google Shape;715;p11"/>
          <p:cNvPicPr preferRelativeResize="0"/>
          <p:nvPr/>
        </p:nvPicPr>
        <p:blipFill rotWithShape="1">
          <a:blip r:embed="rId9">
            <a:alphaModFix/>
          </a:blip>
          <a:srcRect b="0" l="0" r="0" t="0"/>
          <a:stretch/>
        </p:blipFill>
        <p:spPr>
          <a:xfrm>
            <a:off x="4654459" y="6580550"/>
            <a:ext cx="2391301" cy="1433847"/>
          </a:xfrm>
          <a:prstGeom prst="rect">
            <a:avLst/>
          </a:prstGeom>
          <a:noFill/>
          <a:ln>
            <a:noFill/>
          </a:ln>
        </p:spPr>
      </p:pic>
      <p:pic>
        <p:nvPicPr>
          <p:cNvPr descr="Jazz music band concept different instruments vector flat illustration isolated on white background, live sound festival or concert, musician different instruments set. (Provided by Getty Images)" id="716" name="Google Shape;716;p11"/>
          <p:cNvPicPr preferRelativeResize="0"/>
          <p:nvPr/>
        </p:nvPicPr>
        <p:blipFill rotWithShape="1">
          <a:blip r:embed="rId10">
            <a:alphaModFix/>
          </a:blip>
          <a:srcRect b="0" l="0" r="0" t="0"/>
          <a:stretch/>
        </p:blipFill>
        <p:spPr>
          <a:xfrm>
            <a:off x="7948347" y="6597475"/>
            <a:ext cx="2391301" cy="1399994"/>
          </a:xfrm>
          <a:prstGeom prst="rect">
            <a:avLst/>
          </a:prstGeom>
          <a:noFill/>
          <a:ln>
            <a:noFill/>
          </a:ln>
        </p:spPr>
      </p:pic>
      <p:pic>
        <p:nvPicPr>
          <p:cNvPr descr="Red heart and heartbeat wave icon sign or symbol on pink background 3d illustration (Provided by Getty Images)" id="717" name="Google Shape;717;p11"/>
          <p:cNvPicPr preferRelativeResize="0"/>
          <p:nvPr/>
        </p:nvPicPr>
        <p:blipFill rotWithShape="1">
          <a:blip r:embed="rId11">
            <a:alphaModFix/>
          </a:blip>
          <a:srcRect b="0" l="0" r="0" t="0"/>
          <a:stretch/>
        </p:blipFill>
        <p:spPr>
          <a:xfrm>
            <a:off x="11242244" y="6392563"/>
            <a:ext cx="2391301" cy="1809823"/>
          </a:xfrm>
          <a:prstGeom prst="rect">
            <a:avLst/>
          </a:prstGeom>
          <a:noFill/>
          <a:ln>
            <a:noFill/>
          </a:ln>
        </p:spPr>
      </p:pic>
      <p:pic>
        <p:nvPicPr>
          <p:cNvPr descr="Free Images : consoling, depression, stress, doctor, therapist ..." id="718" name="Google Shape;718;p11"/>
          <p:cNvPicPr preferRelativeResize="0"/>
          <p:nvPr/>
        </p:nvPicPr>
        <p:blipFill rotWithShape="1">
          <a:blip r:embed="rId12">
            <a:alphaModFix/>
          </a:blip>
          <a:srcRect b="0" l="0" r="0" t="0"/>
          <a:stretch/>
        </p:blipFill>
        <p:spPr>
          <a:xfrm>
            <a:off x="14536124" y="6558950"/>
            <a:ext cx="2391301" cy="147705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22" name="Shape 722"/>
        <p:cNvGrpSpPr/>
        <p:nvPr/>
      </p:nvGrpSpPr>
      <p:grpSpPr>
        <a:xfrm>
          <a:off x="0" y="0"/>
          <a:ext cx="0" cy="0"/>
          <a:chOff x="0" y="0"/>
          <a:chExt cx="0" cy="0"/>
        </a:xfrm>
      </p:grpSpPr>
      <p:sp>
        <p:nvSpPr>
          <p:cNvPr id="723" name="Google Shape;723;g3fab5c83c0f_0_7"/>
          <p:cNvSpPr txBox="1"/>
          <p:nvPr/>
        </p:nvSpPr>
        <p:spPr>
          <a:xfrm>
            <a:off x="2768108" y="556054"/>
            <a:ext cx="12751800" cy="15573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4399"/>
              <a:buFont typeface="Arial"/>
              <a:buNone/>
            </a:pPr>
            <a:r>
              <a:rPr b="1" i="0" lang="en-US" sz="4399" u="none" cap="none" strike="noStrike">
                <a:solidFill>
                  <a:srgbClr val="136447"/>
                </a:solidFill>
                <a:latin typeface="Poppins"/>
                <a:ea typeface="Poppins"/>
                <a:cs typeface="Poppins"/>
                <a:sym typeface="Poppins"/>
              </a:rPr>
              <a:t>Which Nervous System Is It?</a:t>
            </a:r>
            <a:endParaRPr b="1" i="0" sz="4399"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4399"/>
              <a:buFont typeface="Arial"/>
              <a:buNone/>
            </a:pPr>
            <a:r>
              <a:rPr b="1" i="0" lang="en-US" sz="4399" u="none" cap="none" strike="noStrike">
                <a:solidFill>
                  <a:srgbClr val="0000FF"/>
                </a:solidFill>
                <a:latin typeface="Poppins"/>
                <a:ea typeface="Poppins"/>
                <a:cs typeface="Poppins"/>
                <a:sym typeface="Poppins"/>
              </a:rPr>
              <a:t>¿De qué sistema nervioso se trata?</a:t>
            </a:r>
            <a:endParaRPr b="1" i="0" sz="4399" u="none" cap="none" strike="noStrike">
              <a:solidFill>
                <a:srgbClr val="0000FF"/>
              </a:solidFill>
              <a:latin typeface="Poppins"/>
              <a:ea typeface="Poppins"/>
              <a:cs typeface="Poppins"/>
              <a:sym typeface="Poppins"/>
            </a:endParaRPr>
          </a:p>
        </p:txBody>
      </p:sp>
      <p:grpSp>
        <p:nvGrpSpPr>
          <p:cNvPr id="724" name="Google Shape;724;g3fab5c83c0f_0_7"/>
          <p:cNvGrpSpPr/>
          <p:nvPr/>
        </p:nvGrpSpPr>
        <p:grpSpPr>
          <a:xfrm>
            <a:off x="5969538" y="2202556"/>
            <a:ext cx="3055027" cy="3345253"/>
            <a:chOff x="0" y="-57150"/>
            <a:chExt cx="700036" cy="766539"/>
          </a:xfrm>
        </p:grpSpPr>
        <p:sp>
          <p:nvSpPr>
            <p:cNvPr id="725" name="Google Shape;725;g3fab5c83c0f_0_7"/>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3fab5c83c0f_0_7"/>
            <p:cNvSpPr txBox="1"/>
            <p:nvPr/>
          </p:nvSpPr>
          <p:spPr>
            <a:xfrm>
              <a:off x="0" y="-57150"/>
              <a:ext cx="699900" cy="76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27" name="Google Shape;727;g3fab5c83c0f_0_7"/>
          <p:cNvGrpSpPr/>
          <p:nvPr/>
        </p:nvGrpSpPr>
        <p:grpSpPr>
          <a:xfrm>
            <a:off x="9263432" y="2202556"/>
            <a:ext cx="3055027" cy="3345253"/>
            <a:chOff x="0" y="-57150"/>
            <a:chExt cx="700036" cy="766539"/>
          </a:xfrm>
        </p:grpSpPr>
        <p:sp>
          <p:nvSpPr>
            <p:cNvPr id="728" name="Google Shape;728;g3fab5c83c0f_0_7"/>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g3fab5c83c0f_0_7"/>
            <p:cNvSpPr txBox="1"/>
            <p:nvPr/>
          </p:nvSpPr>
          <p:spPr>
            <a:xfrm>
              <a:off x="0" y="-57150"/>
              <a:ext cx="699900" cy="76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30" name="Google Shape;730;g3fab5c83c0f_0_7"/>
          <p:cNvGrpSpPr/>
          <p:nvPr/>
        </p:nvGrpSpPr>
        <p:grpSpPr>
          <a:xfrm>
            <a:off x="12557327" y="2202556"/>
            <a:ext cx="3055027" cy="3345253"/>
            <a:chOff x="0" y="-57150"/>
            <a:chExt cx="700036" cy="766539"/>
          </a:xfrm>
        </p:grpSpPr>
        <p:sp>
          <p:nvSpPr>
            <p:cNvPr id="731" name="Google Shape;731;g3fab5c83c0f_0_7"/>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3fab5c83c0f_0_7"/>
            <p:cNvSpPr txBox="1"/>
            <p:nvPr/>
          </p:nvSpPr>
          <p:spPr>
            <a:xfrm>
              <a:off x="0" y="-57150"/>
              <a:ext cx="699900" cy="76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33" name="Google Shape;733;g3fab5c83c0f_0_7"/>
          <p:cNvGrpSpPr/>
          <p:nvPr/>
        </p:nvGrpSpPr>
        <p:grpSpPr>
          <a:xfrm>
            <a:off x="2675650" y="5863186"/>
            <a:ext cx="3055027" cy="3345253"/>
            <a:chOff x="0" y="-57150"/>
            <a:chExt cx="700036" cy="766539"/>
          </a:xfrm>
        </p:grpSpPr>
        <p:sp>
          <p:nvSpPr>
            <p:cNvPr id="734" name="Google Shape;734;g3fab5c83c0f_0_7"/>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g3fab5c83c0f_0_7"/>
            <p:cNvSpPr txBox="1"/>
            <p:nvPr/>
          </p:nvSpPr>
          <p:spPr>
            <a:xfrm>
              <a:off x="0" y="-57150"/>
              <a:ext cx="699900" cy="76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36" name="Google Shape;736;g3fab5c83c0f_0_7"/>
          <p:cNvGrpSpPr/>
          <p:nvPr/>
        </p:nvGrpSpPr>
        <p:grpSpPr>
          <a:xfrm>
            <a:off x="9263438" y="5863186"/>
            <a:ext cx="3055027" cy="3345253"/>
            <a:chOff x="0" y="-57150"/>
            <a:chExt cx="700036" cy="766539"/>
          </a:xfrm>
        </p:grpSpPr>
        <p:sp>
          <p:nvSpPr>
            <p:cNvPr id="737" name="Google Shape;737;g3fab5c83c0f_0_7"/>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g3fab5c83c0f_0_7"/>
            <p:cNvSpPr txBox="1"/>
            <p:nvPr/>
          </p:nvSpPr>
          <p:spPr>
            <a:xfrm>
              <a:off x="0" y="-57150"/>
              <a:ext cx="699900" cy="76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39" name="Google Shape;739;g3fab5c83c0f_0_7"/>
          <p:cNvGrpSpPr/>
          <p:nvPr/>
        </p:nvGrpSpPr>
        <p:grpSpPr>
          <a:xfrm>
            <a:off x="12557332" y="5863186"/>
            <a:ext cx="3055027" cy="3345253"/>
            <a:chOff x="0" y="-57150"/>
            <a:chExt cx="700036" cy="766539"/>
          </a:xfrm>
        </p:grpSpPr>
        <p:sp>
          <p:nvSpPr>
            <p:cNvPr id="740" name="Google Shape;740;g3fab5c83c0f_0_7"/>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g3fab5c83c0f_0_7"/>
            <p:cNvSpPr txBox="1"/>
            <p:nvPr/>
          </p:nvSpPr>
          <p:spPr>
            <a:xfrm>
              <a:off x="0" y="-57150"/>
              <a:ext cx="699900" cy="76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42" name="Google Shape;742;g3fab5c83c0f_0_7"/>
          <p:cNvGrpSpPr/>
          <p:nvPr/>
        </p:nvGrpSpPr>
        <p:grpSpPr>
          <a:xfrm>
            <a:off x="2675675" y="2202556"/>
            <a:ext cx="3055027" cy="3345253"/>
            <a:chOff x="0" y="-57150"/>
            <a:chExt cx="700036" cy="766539"/>
          </a:xfrm>
        </p:grpSpPr>
        <p:sp>
          <p:nvSpPr>
            <p:cNvPr id="743" name="Google Shape;743;g3fab5c83c0f_0_7"/>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g3fab5c83c0f_0_7"/>
            <p:cNvSpPr txBox="1"/>
            <p:nvPr/>
          </p:nvSpPr>
          <p:spPr>
            <a:xfrm>
              <a:off x="0" y="-57150"/>
              <a:ext cx="699900" cy="76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45" name="Google Shape;745;g3fab5c83c0f_0_7"/>
          <p:cNvGrpSpPr/>
          <p:nvPr/>
        </p:nvGrpSpPr>
        <p:grpSpPr>
          <a:xfrm>
            <a:off x="5969544" y="5863186"/>
            <a:ext cx="3055027" cy="3345253"/>
            <a:chOff x="0" y="-57150"/>
            <a:chExt cx="700036" cy="766539"/>
          </a:xfrm>
        </p:grpSpPr>
        <p:sp>
          <p:nvSpPr>
            <p:cNvPr id="746" name="Google Shape;746;g3fab5c83c0f_0_7"/>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g3fab5c83c0f_0_7"/>
            <p:cNvSpPr txBox="1"/>
            <p:nvPr/>
          </p:nvSpPr>
          <p:spPr>
            <a:xfrm>
              <a:off x="0" y="-57150"/>
              <a:ext cx="699900" cy="76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48" name="Google Shape;748;g3fab5c83c0f_0_7"/>
          <p:cNvSpPr txBox="1"/>
          <p:nvPr/>
        </p:nvSpPr>
        <p:spPr>
          <a:xfrm>
            <a:off x="6169180" y="4917645"/>
            <a:ext cx="26556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3655A"/>
                </a:solidFill>
                <a:latin typeface="Poppins"/>
                <a:ea typeface="Poppins"/>
                <a:cs typeface="Poppins"/>
                <a:sym typeface="Poppins"/>
              </a:rPr>
              <a:t>Problem Solving</a:t>
            </a:r>
            <a:endParaRPr b="1" i="0" sz="16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FF"/>
                </a:solidFill>
                <a:latin typeface="Poppins"/>
                <a:ea typeface="Poppins"/>
                <a:cs typeface="Poppins"/>
                <a:sym typeface="Poppins"/>
              </a:rPr>
              <a:t>Resolución de problemas</a:t>
            </a:r>
            <a:endParaRPr b="1" i="0" sz="1600" u="none" cap="none" strike="noStrike">
              <a:solidFill>
                <a:srgbClr val="0000FF"/>
              </a:solidFill>
              <a:latin typeface="Poppins"/>
              <a:ea typeface="Poppins"/>
              <a:cs typeface="Poppins"/>
              <a:sym typeface="Poppins"/>
            </a:endParaRPr>
          </a:p>
        </p:txBody>
      </p:sp>
      <p:sp>
        <p:nvSpPr>
          <p:cNvPr id="749" name="Google Shape;749;g3fab5c83c0f_0_7"/>
          <p:cNvSpPr txBox="1"/>
          <p:nvPr/>
        </p:nvSpPr>
        <p:spPr>
          <a:xfrm>
            <a:off x="9398040" y="4804509"/>
            <a:ext cx="2785800" cy="677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Dilating Pupils</a:t>
            </a:r>
            <a:endParaRPr b="1"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Pupilas dilatadas</a:t>
            </a:r>
            <a:endParaRPr b="1" i="0" sz="2000" u="none" cap="none" strike="noStrike">
              <a:solidFill>
                <a:srgbClr val="0000FF"/>
              </a:solidFill>
              <a:latin typeface="Poppins"/>
              <a:ea typeface="Poppins"/>
              <a:cs typeface="Poppins"/>
              <a:sym typeface="Poppins"/>
            </a:endParaRPr>
          </a:p>
        </p:txBody>
      </p:sp>
      <p:sp>
        <p:nvSpPr>
          <p:cNvPr id="750" name="Google Shape;750;g3fab5c83c0f_0_7"/>
          <p:cNvSpPr txBox="1"/>
          <p:nvPr/>
        </p:nvSpPr>
        <p:spPr>
          <a:xfrm>
            <a:off x="2915986" y="8384864"/>
            <a:ext cx="2574300" cy="677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Breathing</a:t>
            </a:r>
            <a:endParaRPr b="1"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Respiración</a:t>
            </a:r>
            <a:endParaRPr b="1" i="0" sz="2000" u="none" cap="none" strike="noStrike">
              <a:solidFill>
                <a:srgbClr val="0000FF"/>
              </a:solidFill>
              <a:latin typeface="Poppins"/>
              <a:ea typeface="Poppins"/>
              <a:cs typeface="Poppins"/>
              <a:sym typeface="Poppins"/>
            </a:endParaRPr>
          </a:p>
        </p:txBody>
      </p:sp>
      <p:sp>
        <p:nvSpPr>
          <p:cNvPr id="751" name="Google Shape;751;g3fab5c83c0f_0_7"/>
          <p:cNvSpPr txBox="1"/>
          <p:nvPr/>
        </p:nvSpPr>
        <p:spPr>
          <a:xfrm>
            <a:off x="12889173" y="4905799"/>
            <a:ext cx="23913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Planning</a:t>
            </a:r>
            <a:endParaRPr b="1" i="0" sz="20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Planificación</a:t>
            </a:r>
            <a:endParaRPr b="1" i="0" sz="2000" u="none" cap="none" strike="noStrike">
              <a:solidFill>
                <a:srgbClr val="0000FF"/>
              </a:solidFill>
              <a:latin typeface="Poppins"/>
              <a:ea typeface="Poppins"/>
              <a:cs typeface="Poppins"/>
              <a:sym typeface="Poppins"/>
            </a:endParaRPr>
          </a:p>
        </p:txBody>
      </p:sp>
      <p:sp>
        <p:nvSpPr>
          <p:cNvPr id="752" name="Google Shape;752;g3fab5c83c0f_0_7"/>
          <p:cNvSpPr txBox="1"/>
          <p:nvPr/>
        </p:nvSpPr>
        <p:spPr>
          <a:xfrm>
            <a:off x="2675800" y="4771050"/>
            <a:ext cx="3054900" cy="677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Wiggling Fingers</a:t>
            </a:r>
            <a:endParaRPr b="1" i="0" sz="20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Dedos que se mueven</a:t>
            </a:r>
            <a:endParaRPr b="1" i="0" sz="2000" u="none" cap="none" strike="noStrike">
              <a:solidFill>
                <a:srgbClr val="0000FF"/>
              </a:solidFill>
              <a:latin typeface="Poppins"/>
              <a:ea typeface="Poppins"/>
              <a:cs typeface="Poppins"/>
              <a:sym typeface="Poppins"/>
            </a:endParaRPr>
          </a:p>
        </p:txBody>
      </p:sp>
      <p:sp>
        <p:nvSpPr>
          <p:cNvPr id="753" name="Google Shape;753;g3fab5c83c0f_0_7"/>
          <p:cNvSpPr txBox="1"/>
          <p:nvPr/>
        </p:nvSpPr>
        <p:spPr>
          <a:xfrm>
            <a:off x="12757050" y="8318375"/>
            <a:ext cx="26556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3655A"/>
                </a:solidFill>
                <a:latin typeface="Poppins"/>
                <a:ea typeface="Poppins"/>
                <a:cs typeface="Poppins"/>
                <a:sym typeface="Poppins"/>
              </a:rPr>
              <a:t>Slowing Heart Rate</a:t>
            </a:r>
            <a:endParaRPr b="1" i="0" sz="18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FF"/>
                </a:solidFill>
                <a:latin typeface="Poppins"/>
                <a:ea typeface="Poppins"/>
                <a:cs typeface="Poppins"/>
                <a:sym typeface="Poppins"/>
              </a:rPr>
              <a:t>Disminución de la frecuencia cardíaca</a:t>
            </a:r>
            <a:endParaRPr b="1" i="0" sz="1800" u="none" cap="none" strike="noStrike">
              <a:solidFill>
                <a:srgbClr val="0000FF"/>
              </a:solidFill>
              <a:latin typeface="Poppins"/>
              <a:ea typeface="Poppins"/>
              <a:cs typeface="Poppins"/>
              <a:sym typeface="Poppins"/>
            </a:endParaRPr>
          </a:p>
        </p:txBody>
      </p:sp>
      <p:sp>
        <p:nvSpPr>
          <p:cNvPr id="754" name="Google Shape;754;g3fab5c83c0f_0_7"/>
          <p:cNvSpPr txBox="1"/>
          <p:nvPr/>
        </p:nvSpPr>
        <p:spPr>
          <a:xfrm>
            <a:off x="9595235" y="8465837"/>
            <a:ext cx="23913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3655A"/>
                </a:solidFill>
                <a:latin typeface="Poppins"/>
                <a:ea typeface="Poppins"/>
                <a:cs typeface="Poppins"/>
                <a:sym typeface="Poppins"/>
              </a:rPr>
              <a:t>Playing an Instrument</a:t>
            </a:r>
            <a:endParaRPr b="1" i="0" sz="16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FF"/>
                </a:solidFill>
                <a:latin typeface="Poppins"/>
                <a:ea typeface="Poppins"/>
                <a:cs typeface="Poppins"/>
                <a:sym typeface="Poppins"/>
              </a:rPr>
              <a:t>Tocar un instrumento</a:t>
            </a:r>
            <a:endParaRPr b="1" i="0" sz="1600" u="none" cap="none" strike="noStrike">
              <a:solidFill>
                <a:srgbClr val="0000FF"/>
              </a:solidFill>
              <a:latin typeface="Poppins"/>
              <a:ea typeface="Poppins"/>
              <a:cs typeface="Poppins"/>
              <a:sym typeface="Poppins"/>
            </a:endParaRPr>
          </a:p>
        </p:txBody>
      </p:sp>
      <p:sp>
        <p:nvSpPr>
          <p:cNvPr id="755" name="Google Shape;755;g3fab5c83c0f_0_7"/>
          <p:cNvSpPr txBox="1"/>
          <p:nvPr/>
        </p:nvSpPr>
        <p:spPr>
          <a:xfrm>
            <a:off x="6420051" y="8236837"/>
            <a:ext cx="2154000" cy="9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3655A"/>
                </a:solidFill>
                <a:latin typeface="Poppins"/>
                <a:ea typeface="Poppins"/>
                <a:cs typeface="Poppins"/>
                <a:sym typeface="Poppins"/>
              </a:rPr>
              <a:t>Feeling Emotion</a:t>
            </a:r>
            <a:endParaRPr b="1" i="0" sz="2000" u="none" cap="none" strike="noStrike">
              <a:solidFill>
                <a:srgbClr val="13655A"/>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Poppins"/>
                <a:ea typeface="Poppins"/>
                <a:cs typeface="Poppins"/>
                <a:sym typeface="Poppins"/>
              </a:rPr>
              <a:t>Sentimiento Emoción</a:t>
            </a:r>
            <a:endParaRPr b="1" i="0" sz="2000" u="none" cap="none" strike="noStrike">
              <a:solidFill>
                <a:srgbClr val="0000FF"/>
              </a:solidFill>
              <a:latin typeface="Poppins"/>
              <a:ea typeface="Poppins"/>
              <a:cs typeface="Poppins"/>
              <a:sym typeface="Poppins"/>
            </a:endParaRPr>
          </a:p>
        </p:txBody>
      </p:sp>
      <p:pic>
        <p:nvPicPr>
          <p:cNvPr descr="Boy holding hand out (Provided by Getty Images)" id="756" name="Google Shape;756;g3fab5c83c0f_0_7"/>
          <p:cNvPicPr preferRelativeResize="0"/>
          <p:nvPr/>
        </p:nvPicPr>
        <p:blipFill rotWithShape="1">
          <a:blip r:embed="rId3">
            <a:alphaModFix/>
          </a:blip>
          <a:srcRect b="0" l="0" r="0" t="0"/>
          <a:stretch/>
        </p:blipFill>
        <p:spPr>
          <a:xfrm>
            <a:off x="3007499" y="2928375"/>
            <a:ext cx="2391301" cy="1594976"/>
          </a:xfrm>
          <a:prstGeom prst="rect">
            <a:avLst/>
          </a:prstGeom>
          <a:noFill/>
          <a:ln>
            <a:noFill/>
          </a:ln>
        </p:spPr>
      </p:pic>
      <p:pic>
        <p:nvPicPr>
          <p:cNvPr descr="File:Problem Solving Illustration (Concept Image).jpg - Wikimedia ..." id="757" name="Google Shape;757;g3fab5c83c0f_0_7"/>
          <p:cNvPicPr preferRelativeResize="0"/>
          <p:nvPr/>
        </p:nvPicPr>
        <p:blipFill rotWithShape="1">
          <a:blip r:embed="rId4">
            <a:alphaModFix/>
          </a:blip>
          <a:srcRect b="0" l="0" r="0" t="0"/>
          <a:stretch/>
        </p:blipFill>
        <p:spPr>
          <a:xfrm>
            <a:off x="6301397" y="3030388"/>
            <a:ext cx="2391301" cy="1689568"/>
          </a:xfrm>
          <a:prstGeom prst="rect">
            <a:avLst/>
          </a:prstGeom>
          <a:noFill/>
          <a:ln>
            <a:noFill/>
          </a:ln>
        </p:spPr>
      </p:pic>
      <p:pic>
        <p:nvPicPr>
          <p:cNvPr descr="Macro human eye, dilated pupil of gray color, close-up retina (Provided by Getty Images)" id="758" name="Google Shape;758;g3fab5c83c0f_0_7"/>
          <p:cNvPicPr preferRelativeResize="0"/>
          <p:nvPr/>
        </p:nvPicPr>
        <p:blipFill rotWithShape="1">
          <a:blip r:embed="rId5">
            <a:alphaModFix/>
          </a:blip>
          <a:srcRect b="0" l="0" r="0" t="0"/>
          <a:stretch/>
        </p:blipFill>
        <p:spPr>
          <a:xfrm>
            <a:off x="9595298" y="2928363"/>
            <a:ext cx="2391301" cy="1594976"/>
          </a:xfrm>
          <a:prstGeom prst="rect">
            <a:avLst/>
          </a:prstGeom>
          <a:noFill/>
          <a:ln>
            <a:noFill/>
          </a:ln>
        </p:spPr>
      </p:pic>
      <p:pic>
        <p:nvPicPr>
          <p:cNvPr descr="Top view of calculator and calendar of January 2022 for planning (Provided by Getty Images)" id="759" name="Google Shape;759;g3fab5c83c0f_0_7"/>
          <p:cNvPicPr preferRelativeResize="0"/>
          <p:nvPr/>
        </p:nvPicPr>
        <p:blipFill rotWithShape="1">
          <a:blip r:embed="rId6">
            <a:alphaModFix/>
          </a:blip>
          <a:srcRect b="0" l="0" r="0" t="0"/>
          <a:stretch/>
        </p:blipFill>
        <p:spPr>
          <a:xfrm>
            <a:off x="12889175" y="3078263"/>
            <a:ext cx="2391301" cy="1593822"/>
          </a:xfrm>
          <a:prstGeom prst="rect">
            <a:avLst/>
          </a:prstGeom>
          <a:noFill/>
          <a:ln>
            <a:noFill/>
          </a:ln>
        </p:spPr>
      </p:pic>
      <p:pic>
        <p:nvPicPr>
          <p:cNvPr descr="Taking a moment to breathe (Provided by Getty Images)" id="760" name="Google Shape;760;g3fab5c83c0f_0_7"/>
          <p:cNvPicPr preferRelativeResize="0"/>
          <p:nvPr/>
        </p:nvPicPr>
        <p:blipFill rotWithShape="1">
          <a:blip r:embed="rId7">
            <a:alphaModFix/>
          </a:blip>
          <a:srcRect b="0" l="0" r="0" t="0"/>
          <a:stretch/>
        </p:blipFill>
        <p:spPr>
          <a:xfrm>
            <a:off x="3007575" y="6575300"/>
            <a:ext cx="2391301" cy="1444355"/>
          </a:xfrm>
          <a:prstGeom prst="rect">
            <a:avLst/>
          </a:prstGeom>
          <a:noFill/>
          <a:ln>
            <a:noFill/>
          </a:ln>
        </p:spPr>
      </p:pic>
      <p:pic>
        <p:nvPicPr>
          <p:cNvPr descr="Emoticon set icon. Laugh, crying, love, laughter, surprise, tongue, anger, consternation, startle, distempered emotion, feeling, emoji, violet background. Mood concept. Vector line icon for Business (Provided by Getty Images)" id="761" name="Google Shape;761;g3fab5c83c0f_0_7"/>
          <p:cNvPicPr preferRelativeResize="0"/>
          <p:nvPr/>
        </p:nvPicPr>
        <p:blipFill rotWithShape="1">
          <a:blip r:embed="rId8">
            <a:alphaModFix/>
          </a:blip>
          <a:srcRect b="0" l="0" r="0" t="0"/>
          <a:stretch/>
        </p:blipFill>
        <p:spPr>
          <a:xfrm>
            <a:off x="6301409" y="6580550"/>
            <a:ext cx="2391301" cy="1433847"/>
          </a:xfrm>
          <a:prstGeom prst="rect">
            <a:avLst/>
          </a:prstGeom>
          <a:noFill/>
          <a:ln>
            <a:noFill/>
          </a:ln>
        </p:spPr>
      </p:pic>
      <p:pic>
        <p:nvPicPr>
          <p:cNvPr descr="Jazz music band concept different instruments vector flat illustration isolated on white background, live sound festival or concert, musician different instruments set. (Provided by Getty Images)" id="762" name="Google Shape;762;g3fab5c83c0f_0_7"/>
          <p:cNvPicPr preferRelativeResize="0"/>
          <p:nvPr/>
        </p:nvPicPr>
        <p:blipFill rotWithShape="1">
          <a:blip r:embed="rId9">
            <a:alphaModFix/>
          </a:blip>
          <a:srcRect b="0" l="0" r="0" t="0"/>
          <a:stretch/>
        </p:blipFill>
        <p:spPr>
          <a:xfrm>
            <a:off x="9595297" y="6597475"/>
            <a:ext cx="2391301" cy="1399994"/>
          </a:xfrm>
          <a:prstGeom prst="rect">
            <a:avLst/>
          </a:prstGeom>
          <a:noFill/>
          <a:ln>
            <a:noFill/>
          </a:ln>
        </p:spPr>
      </p:pic>
      <p:pic>
        <p:nvPicPr>
          <p:cNvPr descr="Red heart and heartbeat wave icon sign or symbol on pink background 3d illustration (Provided by Getty Images)" id="763" name="Google Shape;763;g3fab5c83c0f_0_7"/>
          <p:cNvPicPr preferRelativeResize="0"/>
          <p:nvPr/>
        </p:nvPicPr>
        <p:blipFill rotWithShape="1">
          <a:blip r:embed="rId10">
            <a:alphaModFix/>
          </a:blip>
          <a:srcRect b="0" l="0" r="0" t="0"/>
          <a:stretch/>
        </p:blipFill>
        <p:spPr>
          <a:xfrm>
            <a:off x="12889194" y="6392563"/>
            <a:ext cx="2391301" cy="180982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g3fab5c83c0f_0_63"/>
          <p:cNvSpPr txBox="1"/>
          <p:nvPr/>
        </p:nvSpPr>
        <p:spPr>
          <a:xfrm>
            <a:off x="2768108" y="556054"/>
            <a:ext cx="12751800" cy="15573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4399"/>
              <a:buFont typeface="Arial"/>
              <a:buNone/>
            </a:pPr>
            <a:r>
              <a:rPr b="1" lang="en-US" sz="4399">
                <a:solidFill>
                  <a:srgbClr val="136447"/>
                </a:solidFill>
                <a:latin typeface="Poppins"/>
                <a:ea typeface="Poppins"/>
                <a:cs typeface="Poppins"/>
                <a:sym typeface="Poppins"/>
              </a:rPr>
              <a:t>Exercise</a:t>
            </a:r>
            <a:r>
              <a:rPr b="1" lang="en-US" sz="4399">
                <a:solidFill>
                  <a:srgbClr val="136447"/>
                </a:solidFill>
                <a:latin typeface="Poppins"/>
                <a:ea typeface="Poppins"/>
                <a:cs typeface="Poppins"/>
                <a:sym typeface="Poppins"/>
              </a:rPr>
              <a:t>: Box Breathing</a:t>
            </a:r>
            <a:endParaRPr b="1" i="0" sz="4399"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4399"/>
              <a:buFont typeface="Arial"/>
              <a:buNone/>
            </a:pPr>
            <a:r>
              <a:rPr b="1" lang="en-US" sz="4399">
                <a:solidFill>
                  <a:srgbClr val="0000FF"/>
                </a:solidFill>
                <a:latin typeface="Poppins"/>
                <a:ea typeface="Poppins"/>
                <a:cs typeface="Poppins"/>
                <a:sym typeface="Poppins"/>
              </a:rPr>
              <a:t>Ejercicio: Respiración en caja</a:t>
            </a:r>
            <a:endParaRPr b="1" i="0" sz="4399" u="none" cap="none" strike="noStrike">
              <a:solidFill>
                <a:srgbClr val="0000FF"/>
              </a:solidFill>
              <a:latin typeface="Poppins"/>
              <a:ea typeface="Poppins"/>
              <a:cs typeface="Poppins"/>
              <a:sym typeface="Poppins"/>
            </a:endParaRPr>
          </a:p>
        </p:txBody>
      </p:sp>
      <p:sp>
        <p:nvSpPr>
          <p:cNvPr id="770" name="Google Shape;770;g3fab5c83c0f_0_63"/>
          <p:cNvSpPr txBox="1"/>
          <p:nvPr/>
        </p:nvSpPr>
        <p:spPr>
          <a:xfrm>
            <a:off x="827375" y="2493800"/>
            <a:ext cx="8384100" cy="68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Poppins"/>
                <a:ea typeface="Poppins"/>
                <a:cs typeface="Poppins"/>
                <a:sym typeface="Poppins"/>
              </a:rPr>
              <a:t>Activates the parasympathetic nervous system (PNS).</a:t>
            </a:r>
            <a:endParaRPr sz="3200">
              <a:solidFill>
                <a:schemeClr val="dk1"/>
              </a:solidFill>
              <a:latin typeface="Poppins"/>
              <a:ea typeface="Poppins"/>
              <a:cs typeface="Poppins"/>
              <a:sym typeface="Poppins"/>
            </a:endParaRPr>
          </a:p>
          <a:p>
            <a:pPr indent="0" lvl="0" marL="0" rtl="0" algn="l">
              <a:spcBef>
                <a:spcPts val="0"/>
              </a:spcBef>
              <a:spcAft>
                <a:spcPts val="0"/>
              </a:spcAft>
              <a:buNone/>
            </a:pPr>
            <a:r>
              <a:rPr lang="en-US" sz="3200">
                <a:solidFill>
                  <a:srgbClr val="0000FF"/>
                </a:solidFill>
                <a:latin typeface="Poppins"/>
                <a:ea typeface="Poppins"/>
                <a:cs typeface="Poppins"/>
                <a:sym typeface="Poppins"/>
              </a:rPr>
              <a:t>Activa el sistema nervioso parasimpático (SNP).</a:t>
            </a:r>
            <a:endParaRPr sz="3200">
              <a:solidFill>
                <a:srgbClr val="0000FF"/>
              </a:solidFill>
              <a:latin typeface="Poppins"/>
              <a:ea typeface="Poppins"/>
              <a:cs typeface="Poppins"/>
              <a:sym typeface="Poppins"/>
            </a:endParaRPr>
          </a:p>
          <a:p>
            <a:pPr indent="0" lvl="0" marL="0" rtl="0" algn="l">
              <a:spcBef>
                <a:spcPts val="0"/>
              </a:spcBef>
              <a:spcAft>
                <a:spcPts val="0"/>
              </a:spcAft>
              <a:buNone/>
            </a:pPr>
            <a:r>
              <a:t/>
            </a:r>
            <a:endParaRPr sz="3200">
              <a:solidFill>
                <a:schemeClr val="dk1"/>
              </a:solidFill>
              <a:latin typeface="Poppins"/>
              <a:ea typeface="Poppins"/>
              <a:cs typeface="Poppins"/>
              <a:sym typeface="Poppins"/>
            </a:endParaRPr>
          </a:p>
          <a:p>
            <a:pPr indent="0" lvl="0" marL="0" rtl="0" algn="l">
              <a:spcBef>
                <a:spcPts val="0"/>
              </a:spcBef>
              <a:spcAft>
                <a:spcPts val="0"/>
              </a:spcAft>
              <a:buNone/>
            </a:pPr>
            <a:r>
              <a:rPr lang="en-US" sz="3200">
                <a:solidFill>
                  <a:schemeClr val="dk1"/>
                </a:solidFill>
                <a:latin typeface="Poppins"/>
                <a:ea typeface="Poppins"/>
                <a:cs typeface="Poppins"/>
                <a:sym typeface="Poppins"/>
              </a:rPr>
              <a:t>Slows your heart rate, lowers blood pressure, and shifts your body away from the "fight-or-flight" sympathetic response into a state of calm.</a:t>
            </a:r>
            <a:endParaRPr sz="3200">
              <a:solidFill>
                <a:schemeClr val="dk1"/>
              </a:solidFill>
              <a:latin typeface="Poppins"/>
              <a:ea typeface="Poppins"/>
              <a:cs typeface="Poppins"/>
              <a:sym typeface="Poppins"/>
            </a:endParaRPr>
          </a:p>
          <a:p>
            <a:pPr indent="0" lvl="0" marL="0" rtl="0" algn="l">
              <a:spcBef>
                <a:spcPts val="0"/>
              </a:spcBef>
              <a:spcAft>
                <a:spcPts val="0"/>
              </a:spcAft>
              <a:buNone/>
            </a:pPr>
            <a:r>
              <a:rPr lang="en-US" sz="3200">
                <a:solidFill>
                  <a:srgbClr val="0000FF"/>
                </a:solidFill>
                <a:latin typeface="Poppins"/>
                <a:ea typeface="Poppins"/>
                <a:cs typeface="Poppins"/>
                <a:sym typeface="Poppins"/>
              </a:rPr>
              <a:t>Reduce la frecuencia cardíaca, disminuye la presión arterial y hace que el cuerpo pase de la respuesta simpática de «lucha o huida» a un estado de calma.</a:t>
            </a:r>
            <a:endParaRPr sz="3200">
              <a:solidFill>
                <a:srgbClr val="0000FF"/>
              </a:solidFill>
              <a:latin typeface="Poppins"/>
              <a:ea typeface="Poppins"/>
              <a:cs typeface="Poppins"/>
              <a:sym typeface="Poppins"/>
            </a:endParaRPr>
          </a:p>
        </p:txBody>
      </p:sp>
      <p:pic>
        <p:nvPicPr>
          <p:cNvPr descr="Box Breathing PDF For Anxiety Relief — ZACHARY PHILLIPS" id="771" name="Google Shape;771;g3fab5c83c0f_0_63"/>
          <p:cNvPicPr preferRelativeResize="0"/>
          <p:nvPr/>
        </p:nvPicPr>
        <p:blipFill>
          <a:blip r:embed="rId3">
            <a:alphaModFix/>
          </a:blip>
          <a:stretch>
            <a:fillRect/>
          </a:stretch>
        </p:blipFill>
        <p:spPr>
          <a:xfrm>
            <a:off x="10095438" y="3429001"/>
            <a:ext cx="6950976" cy="5264351"/>
          </a:xfrm>
          <a:prstGeom prst="rect">
            <a:avLst/>
          </a:prstGeom>
          <a:noFill/>
          <a:ln>
            <a:noFill/>
          </a:ln>
        </p:spPr>
      </p:pic>
      <p:sp>
        <p:nvSpPr>
          <p:cNvPr id="772" name="Google Shape;772;g3fab5c83c0f_0_63"/>
          <p:cNvSpPr txBox="1"/>
          <p:nvPr/>
        </p:nvSpPr>
        <p:spPr>
          <a:xfrm>
            <a:off x="11691575" y="2275000"/>
            <a:ext cx="3758700" cy="63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500">
                <a:solidFill>
                  <a:srgbClr val="0000FF"/>
                </a:solidFill>
                <a:latin typeface="Poppins"/>
                <a:ea typeface="Poppins"/>
                <a:cs typeface="Poppins"/>
                <a:sym typeface="Poppins"/>
              </a:rPr>
              <a:t>Inhala durante 4 segundos.</a:t>
            </a:r>
            <a:endParaRPr sz="2500">
              <a:solidFill>
                <a:srgbClr val="0000FF"/>
              </a:solidFill>
              <a:latin typeface="Poppins"/>
              <a:ea typeface="Poppins"/>
              <a:cs typeface="Poppins"/>
              <a:sym typeface="Poppins"/>
            </a:endParaRPr>
          </a:p>
        </p:txBody>
      </p:sp>
      <p:sp>
        <p:nvSpPr>
          <p:cNvPr id="773" name="Google Shape;773;g3fab5c83c0f_0_63"/>
          <p:cNvSpPr txBox="1"/>
          <p:nvPr/>
        </p:nvSpPr>
        <p:spPr>
          <a:xfrm>
            <a:off x="11790475" y="8941775"/>
            <a:ext cx="3442200" cy="87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500">
                <a:solidFill>
                  <a:srgbClr val="0000FF"/>
                </a:solidFill>
                <a:latin typeface="Poppins"/>
                <a:ea typeface="Poppins"/>
                <a:cs typeface="Poppins"/>
                <a:sym typeface="Poppins"/>
              </a:rPr>
              <a:t>Exhala durante 4 segundos.</a:t>
            </a:r>
            <a:endParaRPr sz="2500">
              <a:solidFill>
                <a:srgbClr val="0000FF"/>
              </a:solidFill>
              <a:latin typeface="Poppins"/>
              <a:ea typeface="Poppins"/>
              <a:cs typeface="Poppins"/>
              <a:sym typeface="Poppins"/>
            </a:endParaRPr>
          </a:p>
        </p:txBody>
      </p:sp>
      <p:sp>
        <p:nvSpPr>
          <p:cNvPr id="774" name="Google Shape;774;g3fab5c83c0f_0_63"/>
          <p:cNvSpPr txBox="1"/>
          <p:nvPr/>
        </p:nvSpPr>
        <p:spPr>
          <a:xfrm rot="-5400000">
            <a:off x="7975025" y="5440250"/>
            <a:ext cx="3105900" cy="63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500">
                <a:solidFill>
                  <a:srgbClr val="0000FF"/>
                </a:solidFill>
                <a:latin typeface="Poppins"/>
                <a:ea typeface="Poppins"/>
                <a:cs typeface="Poppins"/>
                <a:sym typeface="Poppins"/>
              </a:rPr>
              <a:t>Mantén durante 4 segundos.</a:t>
            </a:r>
            <a:endParaRPr sz="2500">
              <a:solidFill>
                <a:srgbClr val="0000FF"/>
              </a:solidFill>
              <a:latin typeface="Poppins"/>
              <a:ea typeface="Poppins"/>
              <a:cs typeface="Poppins"/>
              <a:sym typeface="Poppins"/>
            </a:endParaRPr>
          </a:p>
        </p:txBody>
      </p:sp>
      <p:sp>
        <p:nvSpPr>
          <p:cNvPr id="775" name="Google Shape;775;g3fab5c83c0f_0_63"/>
          <p:cNvSpPr txBox="1"/>
          <p:nvPr/>
        </p:nvSpPr>
        <p:spPr>
          <a:xfrm rot="5400000">
            <a:off x="16060950" y="5440250"/>
            <a:ext cx="3105900" cy="63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500">
                <a:solidFill>
                  <a:srgbClr val="0000FF"/>
                </a:solidFill>
                <a:latin typeface="Poppins"/>
                <a:ea typeface="Poppins"/>
                <a:cs typeface="Poppins"/>
                <a:sym typeface="Poppins"/>
              </a:rPr>
              <a:t>Mantén durante 4 segundos.</a:t>
            </a:r>
            <a:endParaRPr sz="2500">
              <a:solidFill>
                <a:srgbClr val="0000FF"/>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79" name="Shape 779"/>
        <p:cNvGrpSpPr/>
        <p:nvPr/>
      </p:nvGrpSpPr>
      <p:grpSpPr>
        <a:xfrm>
          <a:off x="0" y="0"/>
          <a:ext cx="0" cy="0"/>
          <a:chOff x="0" y="0"/>
          <a:chExt cx="0" cy="0"/>
        </a:xfrm>
      </p:grpSpPr>
      <p:cxnSp>
        <p:nvCxnSpPr>
          <p:cNvPr id="780" name="Google Shape;780;p12"/>
          <p:cNvCxnSpPr/>
          <p:nvPr/>
        </p:nvCxnSpPr>
        <p:spPr>
          <a:xfrm flipH="1" rot="10800000">
            <a:off x="1431434" y="1974301"/>
            <a:ext cx="8115300" cy="18900"/>
          </a:xfrm>
          <a:prstGeom prst="straightConnector1">
            <a:avLst/>
          </a:prstGeom>
          <a:noFill/>
          <a:ln cap="rnd" cmpd="sng" w="28575">
            <a:solidFill>
              <a:srgbClr val="136447"/>
            </a:solidFill>
            <a:prstDash val="solid"/>
            <a:round/>
            <a:headEnd len="sm" w="sm" type="none"/>
            <a:tailEnd len="sm" w="sm" type="none"/>
          </a:ln>
        </p:spPr>
      </p:cxnSp>
      <p:sp>
        <p:nvSpPr>
          <p:cNvPr id="781" name="Google Shape;781;p12"/>
          <p:cNvSpPr txBox="1"/>
          <p:nvPr/>
        </p:nvSpPr>
        <p:spPr>
          <a:xfrm>
            <a:off x="168425" y="847675"/>
            <a:ext cx="18589200" cy="8631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608"/>
              <a:buFont typeface="Arial"/>
              <a:buNone/>
            </a:pPr>
            <a:r>
              <a:rPr b="1" i="0" lang="en-US" sz="5608" u="none" cap="none" strike="noStrike">
                <a:solidFill>
                  <a:srgbClr val="136447"/>
                </a:solidFill>
                <a:latin typeface="Poppins"/>
                <a:ea typeface="Poppins"/>
                <a:cs typeface="Poppins"/>
                <a:sym typeface="Poppins"/>
              </a:rPr>
              <a:t>How Messages Travel | </a:t>
            </a:r>
            <a:r>
              <a:rPr b="1" i="0" lang="en-US" sz="5608" u="none" cap="none" strike="noStrike">
                <a:solidFill>
                  <a:srgbClr val="0000FF"/>
                </a:solidFill>
                <a:latin typeface="Poppins"/>
                <a:ea typeface="Poppins"/>
                <a:cs typeface="Poppins"/>
                <a:sym typeface="Poppins"/>
              </a:rPr>
              <a:t>Cómo viajan los mensajes</a:t>
            </a:r>
            <a:endParaRPr b="1" i="0" sz="5608" u="none" cap="none" strike="noStrike">
              <a:solidFill>
                <a:srgbClr val="0000FF"/>
              </a:solidFill>
              <a:latin typeface="Poppins"/>
              <a:ea typeface="Poppins"/>
              <a:cs typeface="Poppins"/>
              <a:sym typeface="Poppins"/>
            </a:endParaRPr>
          </a:p>
        </p:txBody>
      </p:sp>
      <p:sp>
        <p:nvSpPr>
          <p:cNvPr id="782" name="Google Shape;782;p12"/>
          <p:cNvSpPr txBox="1"/>
          <p:nvPr/>
        </p:nvSpPr>
        <p:spPr>
          <a:xfrm>
            <a:off x="493625" y="2359200"/>
            <a:ext cx="9990900" cy="185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Messages travel through the nervous system using electrical and chemical signals </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Los mensajes viajan a través del sistema nervioso mediante señales eléctricas y químicas.</a:t>
            </a:r>
            <a:endParaRPr b="1" i="0" sz="2800" u="none" cap="none" strike="noStrike">
              <a:solidFill>
                <a:srgbClr val="0000FF"/>
              </a:solidFill>
              <a:latin typeface="Poppins Medium"/>
              <a:ea typeface="Poppins Medium"/>
              <a:cs typeface="Poppins Medium"/>
              <a:sym typeface="Poppins Medium"/>
            </a:endParaRPr>
          </a:p>
        </p:txBody>
      </p:sp>
      <p:sp>
        <p:nvSpPr>
          <p:cNvPr id="783" name="Google Shape;783;p12"/>
          <p:cNvSpPr txBox="1"/>
          <p:nvPr/>
        </p:nvSpPr>
        <p:spPr>
          <a:xfrm>
            <a:off x="493625" y="4641125"/>
            <a:ext cx="9990900" cy="185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chemeClr val="dk1"/>
              </a:buClr>
              <a:buSzPts val="2800"/>
              <a:buFont typeface="Arial"/>
              <a:buNone/>
            </a:pPr>
            <a:r>
              <a:rPr b="1" i="0" lang="en-US" sz="2800" u="none" cap="none" strike="noStrike">
                <a:solidFill>
                  <a:srgbClr val="2D2F3B"/>
                </a:solidFill>
                <a:latin typeface="Poppins Medium"/>
                <a:ea typeface="Poppins Medium"/>
                <a:cs typeface="Poppins Medium"/>
                <a:sym typeface="Poppins Medium"/>
              </a:rPr>
              <a:t>The body has BILLIONS of neurons - the nerve cells of the nervous system</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chemeClr val="dk1"/>
              </a:buClr>
              <a:buSzPts val="2800"/>
              <a:buFont typeface="Arial"/>
              <a:buNone/>
            </a:pPr>
            <a:r>
              <a:rPr b="1" i="0" lang="en-US" sz="2800" u="none" cap="none" strike="noStrike">
                <a:solidFill>
                  <a:srgbClr val="0000FF"/>
                </a:solidFill>
                <a:latin typeface="Poppins Medium"/>
                <a:ea typeface="Poppins Medium"/>
                <a:cs typeface="Poppins Medium"/>
                <a:sym typeface="Poppins Medium"/>
              </a:rPr>
              <a:t>El cuerpo tiene miles de millones de neuronas: las células nerviosas del sistema nervioso.</a:t>
            </a:r>
            <a:endParaRPr b="1" i="0" sz="2800" u="none" cap="none" strike="noStrike">
              <a:solidFill>
                <a:srgbClr val="0000FF"/>
              </a:solidFill>
              <a:latin typeface="Poppins Medium"/>
              <a:ea typeface="Poppins Medium"/>
              <a:cs typeface="Poppins Medium"/>
              <a:sym typeface="Poppins Medium"/>
            </a:endParaRPr>
          </a:p>
        </p:txBody>
      </p:sp>
      <p:sp>
        <p:nvSpPr>
          <p:cNvPr id="784" name="Google Shape;784;p12"/>
          <p:cNvSpPr txBox="1"/>
          <p:nvPr/>
        </p:nvSpPr>
        <p:spPr>
          <a:xfrm>
            <a:off x="493625" y="6923050"/>
            <a:ext cx="9990900" cy="2752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Neurons pass messages super fast - speeds ranging from 0.5 to 120 meters per second, or about 1.1 to 270 miles per hour!</a:t>
            </a:r>
            <a:endParaRPr b="0" i="0" sz="1200" u="none" cap="none" strike="noStrike">
              <a:solidFill>
                <a:schemeClr val="dk1"/>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Las neuronas transmiten mensajes </a:t>
            </a:r>
            <a:r>
              <a:rPr b="1" lang="en-US" sz="2700">
                <a:solidFill>
                  <a:srgbClr val="0000FF"/>
                </a:solidFill>
                <a:latin typeface="Poppins Medium"/>
                <a:ea typeface="Poppins Medium"/>
                <a:cs typeface="Poppins Medium"/>
                <a:sym typeface="Poppins Medium"/>
              </a:rPr>
              <a:t>muy </a:t>
            </a:r>
            <a:r>
              <a:rPr b="1" lang="en-US" sz="2700">
                <a:solidFill>
                  <a:srgbClr val="0000FF"/>
                </a:solidFill>
                <a:latin typeface="Poppins Medium"/>
                <a:ea typeface="Poppins Medium"/>
                <a:cs typeface="Poppins Medium"/>
                <a:sym typeface="Poppins Medium"/>
              </a:rPr>
              <a:t>rápidas</a:t>
            </a:r>
            <a:r>
              <a:rPr b="1" i="0" lang="en-US" sz="2700" u="none" cap="none" strike="noStrike">
                <a:solidFill>
                  <a:srgbClr val="0000FF"/>
                </a:solidFill>
                <a:latin typeface="Poppins Medium"/>
                <a:ea typeface="Poppins Medium"/>
                <a:cs typeface="Poppins Medium"/>
                <a:sym typeface="Poppins Medium"/>
              </a:rPr>
              <a:t>: ¡a velocidades de entre 0,5 y 120 metros por segundo, o entre 1,1 y 270 millas por hora aproximadamente!</a:t>
            </a:r>
            <a:endParaRPr b="1" i="0" sz="2700" u="none" cap="none" strike="noStrike">
              <a:solidFill>
                <a:srgbClr val="0000FF"/>
              </a:solidFill>
              <a:latin typeface="Poppins Medium"/>
              <a:ea typeface="Poppins Medium"/>
              <a:cs typeface="Poppins Medium"/>
              <a:sym typeface="Poppins Medium"/>
            </a:endParaRPr>
          </a:p>
        </p:txBody>
      </p:sp>
      <p:pic>
        <p:nvPicPr>
          <p:cNvPr id="785" name="Google Shape;785;p12" title="Screenshot 2025-11-13 at 12.13.38 PM.png"/>
          <p:cNvPicPr preferRelativeResize="0"/>
          <p:nvPr/>
        </p:nvPicPr>
        <p:blipFill rotWithShape="1">
          <a:blip r:embed="rId3">
            <a:alphaModFix/>
          </a:blip>
          <a:srcRect b="0" l="0" r="0" t="0"/>
          <a:stretch/>
        </p:blipFill>
        <p:spPr>
          <a:xfrm>
            <a:off x="11090676" y="2359200"/>
            <a:ext cx="7004955" cy="64169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89" name="Shape 789"/>
        <p:cNvGrpSpPr/>
        <p:nvPr/>
      </p:nvGrpSpPr>
      <p:grpSpPr>
        <a:xfrm>
          <a:off x="0" y="0"/>
          <a:ext cx="0" cy="0"/>
          <a:chOff x="0" y="0"/>
          <a:chExt cx="0" cy="0"/>
        </a:xfrm>
      </p:grpSpPr>
      <p:sp>
        <p:nvSpPr>
          <p:cNvPr id="790" name="Google Shape;790;p13"/>
          <p:cNvSpPr txBox="1"/>
          <p:nvPr/>
        </p:nvSpPr>
        <p:spPr>
          <a:xfrm>
            <a:off x="1305424" y="2344200"/>
            <a:ext cx="12361500" cy="569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700"/>
              <a:buFont typeface="Arial"/>
              <a:buNone/>
            </a:pPr>
            <a:r>
              <a:rPr b="1" i="0" lang="en-US" sz="3700" u="none" cap="none" strike="noStrike">
                <a:solidFill>
                  <a:srgbClr val="2D2F3B"/>
                </a:solidFill>
                <a:latin typeface="Poppins Medium"/>
                <a:ea typeface="Poppins Medium"/>
                <a:cs typeface="Poppins Medium"/>
                <a:sym typeface="Poppins Medium"/>
              </a:rPr>
              <a:t>Flow of information | </a:t>
            </a:r>
            <a:r>
              <a:rPr b="1" i="0" lang="en-US" sz="3700" u="none" cap="none" strike="noStrike">
                <a:solidFill>
                  <a:srgbClr val="0000FF"/>
                </a:solidFill>
                <a:latin typeface="Poppins Medium"/>
                <a:ea typeface="Poppins Medium"/>
                <a:cs typeface="Poppins Medium"/>
                <a:sym typeface="Poppins Medium"/>
              </a:rPr>
              <a:t>Flujo de información:</a:t>
            </a:r>
            <a:endParaRPr b="0" i="0" sz="2100" u="none" cap="none" strike="noStrike">
              <a:solidFill>
                <a:srgbClr val="0000FF"/>
              </a:solidFill>
              <a:latin typeface="Arial"/>
              <a:ea typeface="Arial"/>
              <a:cs typeface="Arial"/>
              <a:sym typeface="Arial"/>
            </a:endParaRPr>
          </a:p>
        </p:txBody>
      </p:sp>
      <p:sp>
        <p:nvSpPr>
          <p:cNvPr id="791" name="Google Shape;791;p13"/>
          <p:cNvSpPr txBox="1"/>
          <p:nvPr/>
        </p:nvSpPr>
        <p:spPr>
          <a:xfrm>
            <a:off x="428800" y="4072225"/>
            <a:ext cx="2332200" cy="1129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400"/>
              <a:buFont typeface="Arial"/>
              <a:buNone/>
            </a:pPr>
            <a:r>
              <a:rPr b="1" i="0" lang="en-US" sz="3400" u="none" cap="none" strike="noStrike">
                <a:solidFill>
                  <a:srgbClr val="2D2F3B"/>
                </a:solidFill>
                <a:latin typeface="Poppins Medium"/>
                <a:ea typeface="Poppins Medium"/>
                <a:cs typeface="Poppins Medium"/>
                <a:sym typeface="Poppins Medium"/>
              </a:rPr>
              <a:t>STIMULUS</a:t>
            </a:r>
            <a:endParaRPr b="1" i="0" sz="34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rPr b="1" i="0" lang="en-US" sz="3400" u="none" cap="none" strike="noStrike">
                <a:solidFill>
                  <a:srgbClr val="0000FF"/>
                </a:solidFill>
                <a:latin typeface="Poppins Medium"/>
                <a:ea typeface="Poppins Medium"/>
                <a:cs typeface="Poppins Medium"/>
                <a:sym typeface="Poppins Medium"/>
              </a:rPr>
              <a:t>ESTÍMULO</a:t>
            </a:r>
            <a:r>
              <a:rPr b="1" i="0" lang="en-US" sz="3600" u="none" cap="none" strike="noStrike">
                <a:solidFill>
                  <a:srgbClr val="351C75"/>
                </a:solidFill>
                <a:latin typeface="Poppins Medium"/>
                <a:ea typeface="Poppins Medium"/>
                <a:cs typeface="Poppins Medium"/>
                <a:sym typeface="Poppins Medium"/>
              </a:rPr>
              <a:t> </a:t>
            </a:r>
            <a:endParaRPr b="1" i="0" sz="3600" u="none" cap="none" strike="noStrike">
              <a:solidFill>
                <a:srgbClr val="351C75"/>
              </a:solidFill>
              <a:latin typeface="Poppins Medium"/>
              <a:ea typeface="Poppins Medium"/>
              <a:cs typeface="Poppins Medium"/>
              <a:sym typeface="Poppins Medium"/>
            </a:endParaRPr>
          </a:p>
        </p:txBody>
      </p:sp>
      <p:sp>
        <p:nvSpPr>
          <p:cNvPr id="792" name="Google Shape;792;p13"/>
          <p:cNvSpPr txBox="1"/>
          <p:nvPr/>
        </p:nvSpPr>
        <p:spPr>
          <a:xfrm>
            <a:off x="3666300" y="3264600"/>
            <a:ext cx="3056400" cy="2890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2D2F3B"/>
                </a:solidFill>
                <a:latin typeface="Poppins Medium"/>
                <a:ea typeface="Poppins Medium"/>
                <a:cs typeface="Poppins Medium"/>
                <a:sym typeface="Poppins Medium"/>
              </a:rPr>
              <a:t>SENSORY </a:t>
            </a:r>
            <a:endParaRPr b="1" i="0" sz="3400" u="none" cap="none" strike="noStrike">
              <a:solidFill>
                <a:srgbClr val="2D2F3B"/>
              </a:solidFill>
              <a:latin typeface="Poppins Medium"/>
              <a:ea typeface="Poppins Medium"/>
              <a:cs typeface="Poppins Medium"/>
              <a:sym typeface="Poppins Medium"/>
            </a:endParaRPr>
          </a:p>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2D2F3B"/>
                </a:solidFill>
                <a:latin typeface="Poppins Medium"/>
                <a:ea typeface="Poppins Medium"/>
                <a:cs typeface="Poppins Medium"/>
                <a:sym typeface="Poppins Medium"/>
              </a:rPr>
              <a:t>NEURONS</a:t>
            </a:r>
            <a:endParaRPr b="1" i="0" sz="3400" u="none" cap="none" strike="noStrike">
              <a:solidFill>
                <a:srgbClr val="2D2F3B"/>
              </a:solidFill>
              <a:latin typeface="Poppins Medium"/>
              <a:ea typeface="Poppins Medium"/>
              <a:cs typeface="Poppins Medium"/>
              <a:sym typeface="Poppins Medium"/>
            </a:endParaRPr>
          </a:p>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0000FF"/>
                </a:solidFill>
                <a:latin typeface="Poppins Medium"/>
                <a:ea typeface="Poppins Medium"/>
                <a:cs typeface="Poppins Medium"/>
                <a:sym typeface="Poppins Medium"/>
              </a:rPr>
              <a:t>NEURONAS SENSORIALES</a:t>
            </a:r>
            <a:r>
              <a:rPr b="1" i="0" lang="en-US" sz="3600" u="none" cap="none" strike="noStrike">
                <a:solidFill>
                  <a:srgbClr val="0000FF"/>
                </a:solidFill>
                <a:latin typeface="Poppins Medium"/>
                <a:ea typeface="Poppins Medium"/>
                <a:cs typeface="Poppins Medium"/>
                <a:sym typeface="Poppins Medium"/>
              </a:rPr>
              <a:t> </a:t>
            </a:r>
            <a:endParaRPr b="1" i="0" sz="36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600"/>
              <a:buFont typeface="Arial"/>
              <a:buNone/>
            </a:pPr>
            <a:r>
              <a:t/>
            </a:r>
            <a:endParaRPr b="1" i="0" sz="3600" u="none" cap="none" strike="noStrike">
              <a:solidFill>
                <a:srgbClr val="2D2F3B"/>
              </a:solidFill>
              <a:latin typeface="Poppins Medium"/>
              <a:ea typeface="Poppins Medium"/>
              <a:cs typeface="Poppins Medium"/>
              <a:sym typeface="Poppins Medium"/>
            </a:endParaRPr>
          </a:p>
        </p:txBody>
      </p:sp>
      <p:sp>
        <p:nvSpPr>
          <p:cNvPr id="793" name="Google Shape;793;p13"/>
          <p:cNvSpPr txBox="1"/>
          <p:nvPr/>
        </p:nvSpPr>
        <p:spPr>
          <a:xfrm>
            <a:off x="7314100" y="4072225"/>
            <a:ext cx="2548500" cy="10989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2D2F3B"/>
                </a:solidFill>
                <a:latin typeface="Poppins Medium"/>
                <a:ea typeface="Poppins Medium"/>
                <a:cs typeface="Poppins Medium"/>
                <a:sym typeface="Poppins Medium"/>
              </a:rPr>
              <a:t>BRAIN</a:t>
            </a:r>
            <a:endParaRPr b="1" i="0" sz="3400" u="none" cap="none" strike="noStrike">
              <a:solidFill>
                <a:srgbClr val="2D2F3B"/>
              </a:solidFill>
              <a:latin typeface="Poppins Medium"/>
              <a:ea typeface="Poppins Medium"/>
              <a:cs typeface="Poppins Medium"/>
              <a:sym typeface="Poppins Medium"/>
            </a:endParaRPr>
          </a:p>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0000FF"/>
                </a:solidFill>
                <a:latin typeface="Poppins Medium"/>
                <a:ea typeface="Poppins Medium"/>
                <a:cs typeface="Poppins Medium"/>
                <a:sym typeface="Poppins Medium"/>
              </a:rPr>
              <a:t>CEREBRO</a:t>
            </a:r>
            <a:endParaRPr b="1" i="0" sz="3400" u="none" cap="none" strike="noStrike">
              <a:solidFill>
                <a:srgbClr val="0000FF"/>
              </a:solidFill>
              <a:latin typeface="Poppins Medium"/>
              <a:ea typeface="Poppins Medium"/>
              <a:cs typeface="Poppins Medium"/>
              <a:sym typeface="Poppins Medium"/>
            </a:endParaRPr>
          </a:p>
        </p:txBody>
      </p:sp>
      <p:sp>
        <p:nvSpPr>
          <p:cNvPr id="794" name="Google Shape;794;p13"/>
          <p:cNvSpPr txBox="1"/>
          <p:nvPr/>
        </p:nvSpPr>
        <p:spPr>
          <a:xfrm>
            <a:off x="10804662" y="3462775"/>
            <a:ext cx="2548500" cy="2250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2D2F3B"/>
                </a:solidFill>
                <a:latin typeface="Poppins Medium"/>
                <a:ea typeface="Poppins Medium"/>
                <a:cs typeface="Poppins Medium"/>
                <a:sym typeface="Poppins Medium"/>
              </a:rPr>
              <a:t>MOTOR NEURONS</a:t>
            </a:r>
            <a:endParaRPr b="1" i="0" sz="3400" u="none" cap="none" strike="noStrike">
              <a:solidFill>
                <a:srgbClr val="2D2F3B"/>
              </a:solidFill>
              <a:latin typeface="Poppins Medium"/>
              <a:ea typeface="Poppins Medium"/>
              <a:cs typeface="Poppins Medium"/>
              <a:sym typeface="Poppins Medium"/>
            </a:endParaRPr>
          </a:p>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0000FF"/>
                </a:solidFill>
                <a:latin typeface="Poppins Medium"/>
                <a:ea typeface="Poppins Medium"/>
                <a:cs typeface="Poppins Medium"/>
                <a:sym typeface="Poppins Medium"/>
              </a:rPr>
              <a:t>NEURONAS MOTORAS</a:t>
            </a:r>
            <a:endParaRPr b="1" i="0" sz="3400" u="none" cap="none" strike="noStrike">
              <a:solidFill>
                <a:srgbClr val="0000FF"/>
              </a:solidFill>
              <a:latin typeface="Poppins Medium"/>
              <a:ea typeface="Poppins Medium"/>
              <a:cs typeface="Poppins Medium"/>
              <a:sym typeface="Poppins Medium"/>
            </a:endParaRPr>
          </a:p>
        </p:txBody>
      </p:sp>
      <p:sp>
        <p:nvSpPr>
          <p:cNvPr id="795" name="Google Shape;795;p13"/>
          <p:cNvSpPr txBox="1"/>
          <p:nvPr/>
        </p:nvSpPr>
        <p:spPr>
          <a:xfrm>
            <a:off x="14572900" y="4072225"/>
            <a:ext cx="3056400" cy="10989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2D2F3B"/>
                </a:solidFill>
                <a:latin typeface="Poppins Medium"/>
                <a:ea typeface="Poppins Medium"/>
                <a:cs typeface="Poppins Medium"/>
                <a:sym typeface="Poppins Medium"/>
              </a:rPr>
              <a:t>RESPONSE</a:t>
            </a:r>
            <a:endParaRPr b="1" i="0" sz="3400" u="none" cap="none" strike="noStrike">
              <a:solidFill>
                <a:srgbClr val="2D2F3B"/>
              </a:solidFill>
              <a:latin typeface="Poppins Medium"/>
              <a:ea typeface="Poppins Medium"/>
              <a:cs typeface="Poppins Medium"/>
              <a:sym typeface="Poppins Medium"/>
            </a:endParaRPr>
          </a:p>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0000FF"/>
                </a:solidFill>
                <a:latin typeface="Poppins Medium"/>
                <a:ea typeface="Poppins Medium"/>
                <a:cs typeface="Poppins Medium"/>
                <a:sym typeface="Poppins Medium"/>
              </a:rPr>
              <a:t>RESPUESTA</a:t>
            </a:r>
            <a:endParaRPr b="1" i="0" sz="3400" u="none" cap="none" strike="noStrike">
              <a:solidFill>
                <a:srgbClr val="0000FF"/>
              </a:solidFill>
              <a:latin typeface="Poppins Medium"/>
              <a:ea typeface="Poppins Medium"/>
              <a:cs typeface="Poppins Medium"/>
              <a:sym typeface="Poppins Medium"/>
            </a:endParaRPr>
          </a:p>
        </p:txBody>
      </p:sp>
      <p:sp>
        <p:nvSpPr>
          <p:cNvPr id="796" name="Google Shape;796;p13"/>
          <p:cNvSpPr/>
          <p:nvPr/>
        </p:nvSpPr>
        <p:spPr>
          <a:xfrm>
            <a:off x="3074088" y="4157725"/>
            <a:ext cx="592200" cy="383100"/>
          </a:xfrm>
          <a:prstGeom prst="rightArrow">
            <a:avLst>
              <a:gd fmla="val 50000" name="adj1"/>
              <a:gd fmla="val 50000" name="adj2"/>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97" name="Google Shape;797;p13"/>
          <p:cNvSpPr/>
          <p:nvPr/>
        </p:nvSpPr>
        <p:spPr>
          <a:xfrm>
            <a:off x="6722588" y="4157725"/>
            <a:ext cx="592200" cy="383100"/>
          </a:xfrm>
          <a:prstGeom prst="rightArrow">
            <a:avLst>
              <a:gd fmla="val 50000" name="adj1"/>
              <a:gd fmla="val 50000" name="adj2"/>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98" name="Google Shape;798;p13"/>
          <p:cNvSpPr/>
          <p:nvPr/>
        </p:nvSpPr>
        <p:spPr>
          <a:xfrm>
            <a:off x="9898700" y="4157725"/>
            <a:ext cx="592200" cy="383100"/>
          </a:xfrm>
          <a:prstGeom prst="rightArrow">
            <a:avLst>
              <a:gd fmla="val 50000" name="adj1"/>
              <a:gd fmla="val 50000" name="adj2"/>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99" name="Google Shape;799;p13"/>
          <p:cNvSpPr/>
          <p:nvPr/>
        </p:nvSpPr>
        <p:spPr>
          <a:xfrm>
            <a:off x="13666913" y="4157725"/>
            <a:ext cx="592200" cy="383100"/>
          </a:xfrm>
          <a:prstGeom prst="rightArrow">
            <a:avLst>
              <a:gd fmla="val 50000" name="adj1"/>
              <a:gd fmla="val 50000" name="adj2"/>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800" name="Google Shape;800;p13" title="Screenshot 2025-11-13 at 12.36.37 PM.png"/>
          <p:cNvPicPr preferRelativeResize="0"/>
          <p:nvPr/>
        </p:nvPicPr>
        <p:blipFill rotWithShape="1">
          <a:blip r:embed="rId3">
            <a:alphaModFix/>
          </a:blip>
          <a:srcRect b="0" l="0" r="0" t="0"/>
          <a:stretch/>
        </p:blipFill>
        <p:spPr>
          <a:xfrm>
            <a:off x="4986912" y="5784950"/>
            <a:ext cx="7202875" cy="4318650"/>
          </a:xfrm>
          <a:prstGeom prst="rect">
            <a:avLst/>
          </a:prstGeom>
          <a:noFill/>
          <a:ln>
            <a:noFill/>
          </a:ln>
        </p:spPr>
      </p:pic>
      <p:cxnSp>
        <p:nvCxnSpPr>
          <p:cNvPr id="801" name="Google Shape;801;p13"/>
          <p:cNvCxnSpPr/>
          <p:nvPr/>
        </p:nvCxnSpPr>
        <p:spPr>
          <a:xfrm flipH="1" rot="10800000">
            <a:off x="1431434" y="1974301"/>
            <a:ext cx="8115300" cy="18900"/>
          </a:xfrm>
          <a:prstGeom prst="straightConnector1">
            <a:avLst/>
          </a:prstGeom>
          <a:noFill/>
          <a:ln cap="rnd" cmpd="sng" w="28575">
            <a:solidFill>
              <a:srgbClr val="136447"/>
            </a:solidFill>
            <a:prstDash val="solid"/>
            <a:round/>
            <a:headEnd len="sm" w="sm" type="none"/>
            <a:tailEnd len="sm" w="sm" type="none"/>
          </a:ln>
        </p:spPr>
      </p:cxnSp>
      <p:sp>
        <p:nvSpPr>
          <p:cNvPr id="802" name="Google Shape;802;p13"/>
          <p:cNvSpPr txBox="1"/>
          <p:nvPr/>
        </p:nvSpPr>
        <p:spPr>
          <a:xfrm>
            <a:off x="168425" y="847675"/>
            <a:ext cx="18589200" cy="8631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608"/>
              <a:buFont typeface="Arial"/>
              <a:buNone/>
            </a:pPr>
            <a:r>
              <a:rPr b="1" i="0" lang="en-US" sz="5608" u="none" cap="none" strike="noStrike">
                <a:solidFill>
                  <a:srgbClr val="136447"/>
                </a:solidFill>
                <a:latin typeface="Poppins"/>
                <a:ea typeface="Poppins"/>
                <a:cs typeface="Poppins"/>
                <a:sym typeface="Poppins"/>
              </a:rPr>
              <a:t>How Messages Travel | </a:t>
            </a:r>
            <a:r>
              <a:rPr b="1" i="0" lang="en-US" sz="5608" u="none" cap="none" strike="noStrike">
                <a:solidFill>
                  <a:srgbClr val="0000FF"/>
                </a:solidFill>
                <a:latin typeface="Poppins"/>
                <a:ea typeface="Poppins"/>
                <a:cs typeface="Poppins"/>
                <a:sym typeface="Poppins"/>
              </a:rPr>
              <a:t>Cómo viajan los mensajes</a:t>
            </a:r>
            <a:endParaRPr b="1" i="0" sz="5608" u="none" cap="none" strike="noStrike">
              <a:solidFill>
                <a:srgbClr val="0000FF"/>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06" name="Shape 806"/>
        <p:cNvGrpSpPr/>
        <p:nvPr/>
      </p:nvGrpSpPr>
      <p:grpSpPr>
        <a:xfrm>
          <a:off x="0" y="0"/>
          <a:ext cx="0" cy="0"/>
          <a:chOff x="0" y="0"/>
          <a:chExt cx="0" cy="0"/>
        </a:xfrm>
      </p:grpSpPr>
      <p:cxnSp>
        <p:nvCxnSpPr>
          <p:cNvPr id="807" name="Google Shape;807;p14"/>
          <p:cNvCxnSpPr/>
          <p:nvPr/>
        </p:nvCxnSpPr>
        <p:spPr>
          <a:xfrm flipH="1" rot="10800000">
            <a:off x="9144034"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808" name="Google Shape;808;p14"/>
          <p:cNvSpPr txBox="1"/>
          <p:nvPr/>
        </p:nvSpPr>
        <p:spPr>
          <a:xfrm>
            <a:off x="9144000" y="914400"/>
            <a:ext cx="8115300" cy="924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008"/>
              <a:buFont typeface="Arial"/>
              <a:buNone/>
            </a:pPr>
            <a:r>
              <a:rPr b="1" i="0" lang="en-US" sz="6008" u="none" cap="none" strike="noStrike">
                <a:solidFill>
                  <a:srgbClr val="136447"/>
                </a:solidFill>
                <a:latin typeface="Poppins"/>
                <a:ea typeface="Poppins"/>
                <a:cs typeface="Poppins"/>
                <a:sym typeface="Poppins"/>
              </a:rPr>
              <a:t>Reflexes | </a:t>
            </a:r>
            <a:r>
              <a:rPr b="1" i="0" lang="en-US" sz="6008" u="none" cap="none" strike="noStrike">
                <a:solidFill>
                  <a:srgbClr val="0000FF"/>
                </a:solidFill>
                <a:latin typeface="Poppins"/>
                <a:ea typeface="Poppins"/>
                <a:cs typeface="Poppins"/>
                <a:sym typeface="Poppins"/>
              </a:rPr>
              <a:t>Reflejos</a:t>
            </a:r>
            <a:endParaRPr b="0" i="0" sz="1400" u="none" cap="none" strike="noStrike">
              <a:solidFill>
                <a:srgbClr val="0000FF"/>
              </a:solidFill>
              <a:latin typeface="Arial"/>
              <a:ea typeface="Arial"/>
              <a:cs typeface="Arial"/>
              <a:sym typeface="Arial"/>
            </a:endParaRPr>
          </a:p>
        </p:txBody>
      </p:sp>
      <p:sp>
        <p:nvSpPr>
          <p:cNvPr id="809" name="Google Shape;809;p14"/>
          <p:cNvSpPr txBox="1"/>
          <p:nvPr/>
        </p:nvSpPr>
        <p:spPr>
          <a:xfrm>
            <a:off x="9011700" y="2566500"/>
            <a:ext cx="8379900" cy="2244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Medium"/>
                <a:ea typeface="Poppins Medium"/>
                <a:cs typeface="Poppins Medium"/>
                <a:sym typeface="Poppins Medium"/>
              </a:rPr>
              <a:t>Sometimes your body skips the brain for speed - that’s called a reflex</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A veces, el cuerpo prioriza la velocidad sobre la acción del cerebro; a eso se le llama reflejo</a:t>
            </a:r>
            <a:endParaRPr b="1" i="0" sz="2700" u="none" cap="none" strike="noStrike">
              <a:solidFill>
                <a:srgbClr val="0000FF"/>
              </a:solidFill>
              <a:latin typeface="Poppins Medium"/>
              <a:ea typeface="Poppins Medium"/>
              <a:cs typeface="Poppins Medium"/>
              <a:sym typeface="Poppins Medium"/>
            </a:endParaRPr>
          </a:p>
        </p:txBody>
      </p:sp>
      <p:sp>
        <p:nvSpPr>
          <p:cNvPr id="810" name="Google Shape;810;p14"/>
          <p:cNvSpPr txBox="1"/>
          <p:nvPr/>
        </p:nvSpPr>
        <p:spPr>
          <a:xfrm>
            <a:off x="9011725" y="5890050"/>
            <a:ext cx="8379900" cy="4072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Medium"/>
                <a:ea typeface="Poppins Medium"/>
                <a:cs typeface="Poppins Medium"/>
                <a:sym typeface="Poppins Medium"/>
              </a:rPr>
              <a:t>For example, if you touch something hot, your hand moves before your brain has time to process it</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Por ejemplo, si tocas algo caliente, </a:t>
            </a:r>
            <a:r>
              <a:rPr b="1" lang="en-US" sz="2700">
                <a:solidFill>
                  <a:srgbClr val="0000FF"/>
                </a:solidFill>
                <a:latin typeface="Poppins Medium"/>
                <a:ea typeface="Poppins Medium"/>
                <a:cs typeface="Poppins Medium"/>
                <a:sym typeface="Poppins Medium"/>
              </a:rPr>
              <a:t>retiras la mano antes de que tu cerebro tenga tiempo de procesar la información</a:t>
            </a:r>
            <a:r>
              <a:rPr b="1" i="0" lang="en-US" sz="2700" u="none" cap="none" strike="noStrike">
                <a:solidFill>
                  <a:srgbClr val="0000FF"/>
                </a:solidFill>
                <a:latin typeface="Poppins Medium"/>
                <a:ea typeface="Poppins Medium"/>
                <a:cs typeface="Poppins Medium"/>
                <a:sym typeface="Poppins Medium"/>
              </a:rPr>
              <a:t>.</a:t>
            </a:r>
            <a:endParaRPr b="1" i="0" sz="27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351C75"/>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Medium"/>
                <a:ea typeface="Poppins Medium"/>
                <a:cs typeface="Poppins Medium"/>
                <a:sym typeface="Poppins Medium"/>
              </a:rPr>
              <a:t>WHY? </a:t>
            </a:r>
            <a:r>
              <a:rPr b="1" i="0" lang="en-US" sz="2700" u="none" cap="none" strike="noStrike">
                <a:solidFill>
                  <a:srgbClr val="0000FF"/>
                </a:solidFill>
                <a:latin typeface="Poppins Medium"/>
                <a:ea typeface="Poppins Medium"/>
                <a:cs typeface="Poppins Medium"/>
                <a:sym typeface="Poppins Medium"/>
              </a:rPr>
              <a:t>¿POR QUÉ?</a:t>
            </a:r>
            <a:endParaRPr b="1" i="0" sz="2700" u="none" cap="none" strike="noStrike">
              <a:solidFill>
                <a:srgbClr val="0000FF"/>
              </a:solidFill>
              <a:latin typeface="Poppins Medium"/>
              <a:ea typeface="Poppins Medium"/>
              <a:cs typeface="Poppins Medium"/>
              <a:sym typeface="Poppins Medium"/>
            </a:endParaRPr>
          </a:p>
        </p:txBody>
      </p:sp>
      <p:pic>
        <p:nvPicPr>
          <p:cNvPr id="811" name="Google Shape;811;p14" title="Screenshot 2025-11-13 at 12.31.37 PM.png"/>
          <p:cNvPicPr preferRelativeResize="0"/>
          <p:nvPr/>
        </p:nvPicPr>
        <p:blipFill rotWithShape="1">
          <a:blip r:embed="rId3">
            <a:alphaModFix/>
          </a:blip>
          <a:srcRect b="0" l="0" r="0" t="0"/>
          <a:stretch/>
        </p:blipFill>
        <p:spPr>
          <a:xfrm>
            <a:off x="308225" y="1348979"/>
            <a:ext cx="8115300" cy="7589033"/>
          </a:xfrm>
          <a:prstGeom prst="rect">
            <a:avLst/>
          </a:prstGeom>
          <a:noFill/>
          <a:ln>
            <a:noFill/>
          </a:ln>
        </p:spPr>
      </p:pic>
      <p:pic>
        <p:nvPicPr>
          <p:cNvPr id="812" name="Google Shape;812;p14" title="Screenshot 2025-11-13 at 12.32.19 PM.png"/>
          <p:cNvPicPr preferRelativeResize="0"/>
          <p:nvPr/>
        </p:nvPicPr>
        <p:blipFill rotWithShape="1">
          <a:blip r:embed="rId4">
            <a:alphaModFix/>
          </a:blip>
          <a:srcRect b="0" l="0" r="0" t="0"/>
          <a:stretch/>
        </p:blipFill>
        <p:spPr>
          <a:xfrm>
            <a:off x="1132925" y="3429000"/>
            <a:ext cx="2424950" cy="5143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16" name="Shape 816"/>
        <p:cNvGrpSpPr/>
        <p:nvPr/>
      </p:nvGrpSpPr>
      <p:grpSpPr>
        <a:xfrm>
          <a:off x="0" y="0"/>
          <a:ext cx="0" cy="0"/>
          <a:chOff x="0" y="0"/>
          <a:chExt cx="0" cy="0"/>
        </a:xfrm>
      </p:grpSpPr>
      <p:cxnSp>
        <p:nvCxnSpPr>
          <p:cNvPr id="817" name="Google Shape;817;p15"/>
          <p:cNvCxnSpPr/>
          <p:nvPr/>
        </p:nvCxnSpPr>
        <p:spPr>
          <a:xfrm flipH="1" rot="10800000">
            <a:off x="9144034"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818" name="Google Shape;818;p15"/>
          <p:cNvSpPr txBox="1"/>
          <p:nvPr/>
        </p:nvSpPr>
        <p:spPr>
          <a:xfrm>
            <a:off x="9144000" y="914400"/>
            <a:ext cx="8115300" cy="924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008"/>
              <a:buFont typeface="Arial"/>
              <a:buNone/>
            </a:pPr>
            <a:r>
              <a:rPr b="1" i="0" lang="en-US" sz="6008" u="none" cap="none" strike="noStrike">
                <a:solidFill>
                  <a:srgbClr val="136447"/>
                </a:solidFill>
                <a:latin typeface="Poppins"/>
                <a:ea typeface="Poppins"/>
                <a:cs typeface="Poppins"/>
                <a:sym typeface="Poppins"/>
              </a:rPr>
              <a:t>Reflexes | </a:t>
            </a:r>
            <a:r>
              <a:rPr b="1" i="0" lang="en-US" sz="6008" u="none" cap="none" strike="noStrike">
                <a:solidFill>
                  <a:srgbClr val="0000FF"/>
                </a:solidFill>
                <a:latin typeface="Poppins"/>
                <a:ea typeface="Poppins"/>
                <a:cs typeface="Poppins"/>
                <a:sym typeface="Poppins"/>
              </a:rPr>
              <a:t>Reflejos</a:t>
            </a:r>
            <a:endParaRPr b="0" i="0" sz="1400" u="none" cap="none" strike="noStrike">
              <a:solidFill>
                <a:srgbClr val="0000FF"/>
              </a:solidFill>
              <a:latin typeface="Arial"/>
              <a:ea typeface="Arial"/>
              <a:cs typeface="Arial"/>
              <a:sym typeface="Arial"/>
            </a:endParaRPr>
          </a:p>
        </p:txBody>
      </p:sp>
      <p:sp>
        <p:nvSpPr>
          <p:cNvPr id="819" name="Google Shape;819;p15"/>
          <p:cNvSpPr txBox="1"/>
          <p:nvPr/>
        </p:nvSpPr>
        <p:spPr>
          <a:xfrm>
            <a:off x="8938525" y="2735050"/>
            <a:ext cx="9223500" cy="3158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Medium"/>
                <a:ea typeface="Poppins Medium"/>
                <a:cs typeface="Poppins Medium"/>
                <a:sym typeface="Poppins Medium"/>
              </a:rPr>
              <a:t>Why? The nerve signal travels to the spinal cord, which triggers an immediate response from the motor neurons</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¿Por qué? La señal nerviosa viaja a la médula espinal, lo que desencadena una respuesta inmediata de las neuronas motoras.</a:t>
            </a:r>
            <a:endParaRPr b="1" i="0" sz="2700" u="none" cap="none" strike="noStrike">
              <a:solidFill>
                <a:srgbClr val="0000FF"/>
              </a:solidFill>
              <a:latin typeface="Poppins Medium"/>
              <a:ea typeface="Poppins Medium"/>
              <a:cs typeface="Poppins Medium"/>
              <a:sym typeface="Poppins Medium"/>
            </a:endParaRPr>
          </a:p>
        </p:txBody>
      </p:sp>
      <p:sp>
        <p:nvSpPr>
          <p:cNvPr id="820" name="Google Shape;820;p15"/>
          <p:cNvSpPr txBox="1"/>
          <p:nvPr/>
        </p:nvSpPr>
        <p:spPr>
          <a:xfrm>
            <a:off x="8938525" y="6789200"/>
            <a:ext cx="9223500" cy="2244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a:ea typeface="Poppins"/>
                <a:cs typeface="Poppins"/>
                <a:sym typeface="Poppins"/>
              </a:rPr>
              <a:t>The message is then sent to the brain for a further response</a:t>
            </a:r>
            <a:endParaRPr b="1" i="0" sz="2700" u="none" cap="none" strike="noStrike">
              <a:solidFill>
                <a:srgbClr val="2D2F3B"/>
              </a:solidFill>
              <a:latin typeface="Poppins"/>
              <a:ea typeface="Poppins"/>
              <a:cs typeface="Poppins"/>
              <a:sym typeface="Poppins"/>
            </a:endParaRPr>
          </a:p>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2D2F3B"/>
              </a:solidFill>
              <a:latin typeface="Poppins"/>
              <a:ea typeface="Poppins"/>
              <a:cs typeface="Poppins"/>
              <a:sym typeface="Poppins"/>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a:ea typeface="Poppins"/>
                <a:cs typeface="Poppins"/>
                <a:sym typeface="Poppins"/>
              </a:rPr>
              <a:t>El mensaje se envía entonces al cerebro para una respuesta posterior.</a:t>
            </a:r>
            <a:endParaRPr b="1" i="0" sz="2700" u="none" cap="none" strike="noStrike">
              <a:solidFill>
                <a:srgbClr val="0000FF"/>
              </a:solidFill>
              <a:latin typeface="Poppins"/>
              <a:ea typeface="Poppins"/>
              <a:cs typeface="Poppins"/>
              <a:sym typeface="Poppins"/>
            </a:endParaRPr>
          </a:p>
        </p:txBody>
      </p:sp>
      <p:pic>
        <p:nvPicPr>
          <p:cNvPr id="821" name="Google Shape;821;p15" title="Screenshot 2025-11-13 at 12.32.19 PM.png"/>
          <p:cNvPicPr preferRelativeResize="0"/>
          <p:nvPr/>
        </p:nvPicPr>
        <p:blipFill rotWithShape="1">
          <a:blip r:embed="rId3">
            <a:alphaModFix/>
          </a:blip>
          <a:srcRect b="0" l="0" r="0" t="0"/>
          <a:stretch/>
        </p:blipFill>
        <p:spPr>
          <a:xfrm>
            <a:off x="1132925" y="3429000"/>
            <a:ext cx="2424950" cy="514350"/>
          </a:xfrm>
          <a:prstGeom prst="rect">
            <a:avLst/>
          </a:prstGeom>
          <a:noFill/>
          <a:ln>
            <a:noFill/>
          </a:ln>
        </p:spPr>
      </p:pic>
      <p:pic>
        <p:nvPicPr>
          <p:cNvPr id="822" name="Google Shape;822;p15" title="Screenshot 2025-11-13 at 12.31.37 PM.png"/>
          <p:cNvPicPr preferRelativeResize="0"/>
          <p:nvPr/>
        </p:nvPicPr>
        <p:blipFill rotWithShape="1">
          <a:blip r:embed="rId4">
            <a:alphaModFix/>
          </a:blip>
          <a:srcRect b="0" l="0" r="0" t="0"/>
          <a:stretch/>
        </p:blipFill>
        <p:spPr>
          <a:xfrm>
            <a:off x="308225" y="1348979"/>
            <a:ext cx="8115300" cy="758903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26" name="Shape 826"/>
        <p:cNvGrpSpPr/>
        <p:nvPr/>
      </p:nvGrpSpPr>
      <p:grpSpPr>
        <a:xfrm>
          <a:off x="0" y="0"/>
          <a:ext cx="0" cy="0"/>
          <a:chOff x="0" y="0"/>
          <a:chExt cx="0" cy="0"/>
        </a:xfrm>
      </p:grpSpPr>
      <p:cxnSp>
        <p:nvCxnSpPr>
          <p:cNvPr id="827" name="Google Shape;827;p16"/>
          <p:cNvCxnSpPr/>
          <p:nvPr/>
        </p:nvCxnSpPr>
        <p:spPr>
          <a:xfrm flipH="1" rot="10800000">
            <a:off x="5086359" y="2214976"/>
            <a:ext cx="8115300" cy="18900"/>
          </a:xfrm>
          <a:prstGeom prst="straightConnector1">
            <a:avLst/>
          </a:prstGeom>
          <a:noFill/>
          <a:ln cap="rnd" cmpd="sng" w="28575">
            <a:solidFill>
              <a:srgbClr val="136447"/>
            </a:solidFill>
            <a:prstDash val="solid"/>
            <a:round/>
            <a:headEnd len="sm" w="sm" type="none"/>
            <a:tailEnd len="sm" w="sm" type="none"/>
          </a:ln>
        </p:spPr>
      </p:cxnSp>
      <p:sp>
        <p:nvSpPr>
          <p:cNvPr id="828" name="Google Shape;828;p16"/>
          <p:cNvSpPr txBox="1"/>
          <p:nvPr/>
        </p:nvSpPr>
        <p:spPr>
          <a:xfrm>
            <a:off x="871350" y="515650"/>
            <a:ext cx="16545300" cy="22680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000"/>
              <a:buFont typeface="Arial"/>
              <a:buNone/>
            </a:pPr>
            <a:r>
              <a:rPr b="1" lang="en-US" sz="6000">
                <a:solidFill>
                  <a:srgbClr val="136447"/>
                </a:solidFill>
                <a:latin typeface="Poppins"/>
                <a:ea typeface="Poppins"/>
                <a:cs typeface="Poppins"/>
                <a:sym typeface="Poppins"/>
              </a:rPr>
              <a:t>Reaction</a:t>
            </a:r>
            <a:r>
              <a:rPr b="1" i="0" lang="en-US" sz="6000" u="none" cap="none" strike="noStrike">
                <a:solidFill>
                  <a:srgbClr val="136447"/>
                </a:solidFill>
                <a:latin typeface="Poppins"/>
                <a:ea typeface="Poppins"/>
                <a:cs typeface="Poppins"/>
                <a:sym typeface="Poppins"/>
              </a:rPr>
              <a:t> Test | </a:t>
            </a:r>
            <a:r>
              <a:rPr b="1" i="0" lang="en-US" sz="6000" u="none" cap="none" strike="noStrike">
                <a:solidFill>
                  <a:srgbClr val="0000FF"/>
                </a:solidFill>
                <a:latin typeface="Poppins"/>
                <a:ea typeface="Poppins"/>
                <a:cs typeface="Poppins"/>
                <a:sym typeface="Poppins"/>
              </a:rPr>
              <a:t>Prueba de reacción</a:t>
            </a:r>
            <a:endParaRPr b="1" i="0" sz="6000" u="none" cap="none" strike="noStrike">
              <a:solidFill>
                <a:srgbClr val="0000FF"/>
              </a:solidFill>
              <a:latin typeface="Poppins"/>
              <a:ea typeface="Poppins"/>
              <a:cs typeface="Poppins"/>
              <a:sym typeface="Poppins"/>
            </a:endParaRPr>
          </a:p>
          <a:p>
            <a:pPr indent="0" lvl="0" marL="152400" marR="152400" rtl="0" algn="l">
              <a:lnSpc>
                <a:spcPct val="115000"/>
              </a:lnSpc>
              <a:spcBef>
                <a:spcPts val="800"/>
              </a:spcBef>
              <a:spcAft>
                <a:spcPts val="0"/>
              </a:spcAft>
              <a:buClr>
                <a:schemeClr val="dk1"/>
              </a:buClr>
              <a:buSzPts val="1100"/>
              <a:buFont typeface="Arial"/>
              <a:buNone/>
            </a:pPr>
            <a:r>
              <a:t/>
            </a:r>
            <a:endParaRPr b="0" i="0" sz="100" u="none" cap="none" strike="noStrike">
              <a:solidFill>
                <a:srgbClr val="E8E8E8"/>
              </a:solidFill>
              <a:highlight>
                <a:srgbClr val="303134"/>
              </a:highlight>
              <a:latin typeface="Roboto"/>
              <a:ea typeface="Roboto"/>
              <a:cs typeface="Roboto"/>
              <a:sym typeface="Roboto"/>
            </a:endParaRPr>
          </a:p>
          <a:p>
            <a:pPr indent="0" lvl="0" marL="0" marR="0" rtl="0" algn="ctr">
              <a:lnSpc>
                <a:spcPct val="130009"/>
              </a:lnSpc>
              <a:spcBef>
                <a:spcPts val="0"/>
              </a:spcBef>
              <a:spcAft>
                <a:spcPts val="0"/>
              </a:spcAft>
              <a:buClr>
                <a:srgbClr val="000000"/>
              </a:buClr>
              <a:buSzPts val="6008"/>
              <a:buFont typeface="Arial"/>
              <a:buNone/>
            </a:pPr>
            <a:r>
              <a:t/>
            </a:r>
            <a:endParaRPr b="1" i="0" sz="6008" u="none" cap="none" strike="noStrike">
              <a:solidFill>
                <a:srgbClr val="351C75"/>
              </a:solidFill>
              <a:latin typeface="Poppins"/>
              <a:ea typeface="Poppins"/>
              <a:cs typeface="Poppins"/>
              <a:sym typeface="Poppins"/>
            </a:endParaRPr>
          </a:p>
        </p:txBody>
      </p:sp>
      <p:sp>
        <p:nvSpPr>
          <p:cNvPr id="829" name="Google Shape;829;p16"/>
          <p:cNvSpPr txBox="1"/>
          <p:nvPr/>
        </p:nvSpPr>
        <p:spPr>
          <a:xfrm>
            <a:off x="2749350" y="2620450"/>
            <a:ext cx="12075300" cy="7234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4000"/>
              <a:buFont typeface="Arial"/>
              <a:buNone/>
            </a:pPr>
            <a:r>
              <a:rPr b="1" i="0" lang="en-US" sz="4000" u="none" cap="none" strike="noStrike">
                <a:solidFill>
                  <a:srgbClr val="2D2F3B"/>
                </a:solidFill>
                <a:latin typeface="Poppins"/>
                <a:ea typeface="Poppins"/>
                <a:cs typeface="Poppins"/>
                <a:sym typeface="Poppins"/>
              </a:rPr>
              <a:t>Ruler Drop Test | </a:t>
            </a:r>
            <a:r>
              <a:rPr b="1" i="0" lang="en-US" sz="4000" u="none" cap="none" strike="noStrike">
                <a:solidFill>
                  <a:srgbClr val="0000FF"/>
                </a:solidFill>
                <a:latin typeface="Poppins"/>
                <a:ea typeface="Poppins"/>
                <a:cs typeface="Poppins"/>
                <a:sym typeface="Poppins"/>
              </a:rPr>
              <a:t>Prueba de caída de la regla</a:t>
            </a:r>
            <a:endParaRPr b="1" i="0" sz="4000" u="none" cap="none" strike="noStrike">
              <a:solidFill>
                <a:srgbClr val="0000FF"/>
              </a:solidFill>
              <a:latin typeface="Poppins"/>
              <a:ea typeface="Poppins"/>
              <a:cs typeface="Poppins"/>
              <a:sym typeface="Poppins"/>
            </a:endParaRPr>
          </a:p>
          <a:p>
            <a:pPr indent="0" lvl="0" marL="0" marR="0" rtl="0" algn="l">
              <a:lnSpc>
                <a:spcPct val="110000"/>
              </a:lnSpc>
              <a:spcBef>
                <a:spcPts val="0"/>
              </a:spcBef>
              <a:spcAft>
                <a:spcPts val="0"/>
              </a:spcAft>
              <a:buClr>
                <a:srgbClr val="000000"/>
              </a:buClr>
              <a:buSzPts val="4000"/>
              <a:buFont typeface="Arial"/>
              <a:buNone/>
            </a:pPr>
            <a:r>
              <a:t/>
            </a:r>
            <a:endParaRPr b="1" i="0" sz="4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One person hold a ruler vertically by the top end, while another person places their hand at the bottom without touching it</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5000"/>
              </a:lnSpc>
              <a:spcBef>
                <a:spcPts val="1200"/>
              </a:spcBef>
              <a:spcAft>
                <a:spcPts val="0"/>
              </a:spcAft>
              <a:buClr>
                <a:srgbClr val="000000"/>
              </a:buClr>
              <a:buSzPts val="1100"/>
              <a:buFont typeface="Arial"/>
              <a:buNone/>
            </a:pPr>
            <a:r>
              <a:rPr b="1" i="0" lang="en-US" sz="2800" u="none" cap="none" strike="noStrike">
                <a:solidFill>
                  <a:srgbClr val="0000FF"/>
                </a:solidFill>
                <a:latin typeface="Poppins Medium"/>
                <a:ea typeface="Poppins Medium"/>
                <a:cs typeface="Poppins Medium"/>
                <a:sym typeface="Poppins Medium"/>
              </a:rPr>
              <a:t>Una persona sostiene una regla verticalmente por el extremo superior, mientras otra persona coloca su mano en la parte inferior sin tocarla</a:t>
            </a:r>
            <a:endParaRPr b="1" i="0" sz="28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1200"/>
              </a:spcBef>
              <a:spcAft>
                <a:spcPts val="0"/>
              </a:spcAft>
              <a:buClr>
                <a:srgbClr val="000000"/>
              </a:buClr>
              <a:buSzPts val="2800"/>
              <a:buFont typeface="Arial"/>
              <a:buNone/>
            </a:pPr>
            <a:r>
              <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The first person must drop the ruler without warning, while the other person must catch it as fast as possible</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5000"/>
              </a:lnSpc>
              <a:spcBef>
                <a:spcPts val="1200"/>
              </a:spcBef>
              <a:spcAft>
                <a:spcPts val="0"/>
              </a:spcAft>
              <a:buClr>
                <a:srgbClr val="000000"/>
              </a:buClr>
              <a:buSzPts val="1100"/>
              <a:buFont typeface="Arial"/>
              <a:buNone/>
            </a:pPr>
            <a:r>
              <a:rPr b="1" i="0" lang="en-US" sz="2800" u="none" cap="none" strike="noStrike">
                <a:solidFill>
                  <a:srgbClr val="0000FF"/>
                </a:solidFill>
                <a:latin typeface="Poppins Medium"/>
                <a:ea typeface="Poppins Medium"/>
                <a:cs typeface="Poppins Medium"/>
                <a:sym typeface="Poppins Medium"/>
              </a:rPr>
              <a:t>La primera persona debe soltar la regla sin previo aviso, mientras que la otra persona debe atraparla lo más rápido posible</a:t>
            </a:r>
            <a:endParaRPr b="1" i="0" sz="27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1200"/>
              </a:spcBef>
              <a:spcAft>
                <a:spcPts val="0"/>
              </a:spcAft>
              <a:buClr>
                <a:srgbClr val="000000"/>
              </a:buClr>
              <a:buSzPts val="2700"/>
              <a:buFont typeface="Arial"/>
              <a:buNone/>
            </a:pPr>
            <a:r>
              <a:t/>
            </a:r>
            <a:endParaRPr b="1" i="0" sz="2700" u="none" cap="none" strike="noStrike">
              <a:solidFill>
                <a:srgbClr val="351C75"/>
              </a:solidFill>
              <a:latin typeface="Poppins Medium"/>
              <a:ea typeface="Poppins Medium"/>
              <a:cs typeface="Poppins Medium"/>
              <a:sym typeface="Poppins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33" name="Shape 833"/>
        <p:cNvGrpSpPr/>
        <p:nvPr/>
      </p:nvGrpSpPr>
      <p:grpSpPr>
        <a:xfrm>
          <a:off x="0" y="0"/>
          <a:ext cx="0" cy="0"/>
          <a:chOff x="0" y="0"/>
          <a:chExt cx="0" cy="0"/>
        </a:xfrm>
      </p:grpSpPr>
      <p:sp>
        <p:nvSpPr>
          <p:cNvPr id="834" name="Google Shape;834;p17"/>
          <p:cNvSpPr txBox="1"/>
          <p:nvPr/>
        </p:nvSpPr>
        <p:spPr>
          <a:xfrm>
            <a:off x="489325" y="2400000"/>
            <a:ext cx="8921700" cy="788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Note where the ruler was caught, and repeat 3 times and average the measurements</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5000"/>
              </a:lnSpc>
              <a:spcBef>
                <a:spcPts val="1200"/>
              </a:spcBef>
              <a:spcAft>
                <a:spcPts val="0"/>
              </a:spcAft>
              <a:buClr>
                <a:srgbClr val="000000"/>
              </a:buClr>
              <a:buSzPts val="1100"/>
              <a:buFont typeface="Arial"/>
              <a:buNone/>
            </a:pPr>
            <a:r>
              <a:rPr b="1" i="0" lang="en-US" sz="2800" u="none" cap="none" strike="noStrike">
                <a:solidFill>
                  <a:srgbClr val="0000FF"/>
                </a:solidFill>
                <a:latin typeface="Poppins Medium"/>
                <a:ea typeface="Poppins Medium"/>
                <a:cs typeface="Poppins Medium"/>
                <a:sym typeface="Poppins Medium"/>
              </a:rPr>
              <a:t>Anota el punto donde se detuvo la regla y repite 3 veces, luego calcula el promedio de las mediciones</a:t>
            </a:r>
            <a:endParaRPr b="1" i="0" sz="2800" u="none" cap="none" strike="noStrike">
              <a:solidFill>
                <a:srgbClr val="0000FF"/>
              </a:solidFill>
              <a:latin typeface="Poppins Medium"/>
              <a:ea typeface="Poppins Medium"/>
              <a:cs typeface="Poppins Medium"/>
              <a:sym typeface="Poppins Medium"/>
            </a:endParaRPr>
          </a:p>
          <a:p>
            <a:pPr indent="0" lvl="0" marL="0" marR="0" rtl="0" algn="l">
              <a:lnSpc>
                <a:spcPct val="115000"/>
              </a:lnSpc>
              <a:spcBef>
                <a:spcPts val="1200"/>
              </a:spcBef>
              <a:spcAft>
                <a:spcPts val="0"/>
              </a:spcAft>
              <a:buClr>
                <a:srgbClr val="000000"/>
              </a:buClr>
              <a:buSzPts val="1100"/>
              <a:buFont typeface="Arial"/>
              <a:buNone/>
            </a:pPr>
            <a:r>
              <a:t/>
            </a:r>
            <a:endParaRPr b="1" i="0" sz="2800" u="none" cap="none" strike="noStrike">
              <a:solidFill>
                <a:srgbClr val="351C75"/>
              </a:solidFill>
              <a:latin typeface="Poppins Medium"/>
              <a:ea typeface="Poppins Medium"/>
              <a:cs typeface="Poppins Medium"/>
              <a:sym typeface="Poppins Medium"/>
            </a:endParaRPr>
          </a:p>
          <a:p>
            <a:pPr indent="0" lvl="0" marL="0" marR="0" rtl="0" algn="l">
              <a:lnSpc>
                <a:spcPct val="115000"/>
              </a:lnSpc>
              <a:spcBef>
                <a:spcPts val="1200"/>
              </a:spcBef>
              <a:spcAft>
                <a:spcPts val="0"/>
              </a:spcAft>
              <a:buClr>
                <a:srgbClr val="000000"/>
              </a:buClr>
              <a:buSzPts val="1100"/>
              <a:buFont typeface="Arial"/>
              <a:buNone/>
            </a:pPr>
            <a:r>
              <a:rPr b="1" i="0" lang="en-US" sz="2800" u="none" cap="none" strike="noStrike">
                <a:solidFill>
                  <a:srgbClr val="1F1F1F"/>
                </a:solidFill>
                <a:latin typeface="Poppins Medium"/>
                <a:ea typeface="Poppins Medium"/>
                <a:cs typeface="Poppins Medium"/>
                <a:sym typeface="Poppins Medium"/>
              </a:rPr>
              <a:t>A shorter drop distance = faster reaction time</a:t>
            </a:r>
            <a:endParaRPr b="1" i="0" sz="2800" u="none" cap="none" strike="noStrike">
              <a:solidFill>
                <a:srgbClr val="1F1F1F"/>
              </a:solidFill>
              <a:latin typeface="Poppins Medium"/>
              <a:ea typeface="Poppins Medium"/>
              <a:cs typeface="Poppins Medium"/>
              <a:sym typeface="Poppins Medium"/>
            </a:endParaRPr>
          </a:p>
          <a:p>
            <a:pPr indent="0" lvl="0" marL="0" marR="0" rtl="0" algn="l">
              <a:lnSpc>
                <a:spcPct val="115000"/>
              </a:lnSpc>
              <a:spcBef>
                <a:spcPts val="1200"/>
              </a:spcBef>
              <a:spcAft>
                <a:spcPts val="0"/>
              </a:spcAft>
              <a:buClr>
                <a:srgbClr val="000000"/>
              </a:buClr>
              <a:buSzPts val="1100"/>
              <a:buFont typeface="Arial"/>
              <a:buNone/>
            </a:pPr>
            <a:r>
              <a:rPr b="1" i="0" lang="en-US" sz="2800" u="none" cap="none" strike="noStrike">
                <a:solidFill>
                  <a:srgbClr val="0000FF"/>
                </a:solidFill>
                <a:latin typeface="Poppins"/>
                <a:ea typeface="Poppins"/>
                <a:cs typeface="Poppins"/>
                <a:sym typeface="Poppins"/>
              </a:rPr>
              <a:t>Una distancia de caída más corta = un tiempo de reacción más rápido</a:t>
            </a:r>
            <a:endParaRPr b="1" i="0" sz="2800" u="none" cap="none" strike="noStrike">
              <a:solidFill>
                <a:srgbClr val="0000FF"/>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t/>
            </a:r>
            <a:endParaRPr b="1" i="0" sz="2800" u="none" cap="none" strike="noStrike">
              <a:solidFill>
                <a:srgbClr val="1F1F1F"/>
              </a:solidFill>
              <a:latin typeface="Poppins Medium"/>
              <a:ea typeface="Poppins Medium"/>
              <a:cs typeface="Poppins Medium"/>
              <a:sym typeface="Poppins Medium"/>
            </a:endParaRPr>
          </a:p>
          <a:p>
            <a:pPr indent="0" lvl="0" marL="0" marR="0" rtl="0" algn="l">
              <a:lnSpc>
                <a:spcPct val="115000"/>
              </a:lnSpc>
              <a:spcBef>
                <a:spcPts val="1200"/>
              </a:spcBef>
              <a:spcAft>
                <a:spcPts val="0"/>
              </a:spcAft>
              <a:buClr>
                <a:srgbClr val="000000"/>
              </a:buClr>
              <a:buSzPts val="1100"/>
              <a:buFont typeface="Arial"/>
              <a:buNone/>
            </a:pPr>
            <a:r>
              <a:rPr b="1" i="0" lang="en-US" sz="2800" u="none" cap="none" strike="noStrike">
                <a:solidFill>
                  <a:srgbClr val="1F1F1F"/>
                </a:solidFill>
                <a:latin typeface="Poppins Medium"/>
                <a:ea typeface="Poppins Medium"/>
                <a:cs typeface="Poppins Medium"/>
                <a:sym typeface="Poppins Medium"/>
              </a:rPr>
              <a:t>Longer distance = slower reaction time</a:t>
            </a:r>
            <a:endParaRPr b="1" i="0" sz="2800" u="none" cap="none" strike="noStrike">
              <a:solidFill>
                <a:srgbClr val="1F1F1F"/>
              </a:solidFill>
              <a:latin typeface="Poppins Medium"/>
              <a:ea typeface="Poppins Medium"/>
              <a:cs typeface="Poppins Medium"/>
              <a:sym typeface="Poppins Medium"/>
            </a:endParaRPr>
          </a:p>
          <a:p>
            <a:pPr indent="0" lvl="0" marL="0" marR="0" rtl="0" algn="l">
              <a:lnSpc>
                <a:spcPct val="115000"/>
              </a:lnSpc>
              <a:spcBef>
                <a:spcPts val="1200"/>
              </a:spcBef>
              <a:spcAft>
                <a:spcPts val="1200"/>
              </a:spcAft>
              <a:buClr>
                <a:srgbClr val="000000"/>
              </a:buClr>
              <a:buSzPts val="1100"/>
              <a:buFont typeface="Arial"/>
              <a:buNone/>
            </a:pPr>
            <a:r>
              <a:rPr b="1" i="0" lang="en-US" sz="2800" u="none" cap="none" strike="noStrike">
                <a:solidFill>
                  <a:srgbClr val="0000FF"/>
                </a:solidFill>
                <a:latin typeface="Poppins"/>
                <a:ea typeface="Poppins"/>
                <a:cs typeface="Poppins"/>
                <a:sym typeface="Poppins"/>
              </a:rPr>
              <a:t>Una distancia de caída más larga = un tiempo de reacción más lento</a:t>
            </a:r>
            <a:endParaRPr b="1" i="0" sz="2800" u="none" cap="none" strike="noStrike">
              <a:solidFill>
                <a:srgbClr val="0000FF"/>
              </a:solidFill>
              <a:latin typeface="Poppins"/>
              <a:ea typeface="Poppins"/>
              <a:cs typeface="Poppins"/>
              <a:sym typeface="Poppins"/>
            </a:endParaRPr>
          </a:p>
        </p:txBody>
      </p:sp>
      <p:pic>
        <p:nvPicPr>
          <p:cNvPr id="835" name="Google Shape;835;p17" title="Screenshot 2025-12-03 at 11.16.32 AM.png"/>
          <p:cNvPicPr preferRelativeResize="0"/>
          <p:nvPr/>
        </p:nvPicPr>
        <p:blipFill rotWithShape="1">
          <a:blip r:embed="rId3">
            <a:alphaModFix/>
          </a:blip>
          <a:srcRect b="0" l="0" r="0" t="0"/>
          <a:stretch/>
        </p:blipFill>
        <p:spPr>
          <a:xfrm>
            <a:off x="9411025" y="3429000"/>
            <a:ext cx="8274125" cy="6381984"/>
          </a:xfrm>
          <a:prstGeom prst="rect">
            <a:avLst/>
          </a:prstGeom>
          <a:noFill/>
          <a:ln>
            <a:noFill/>
          </a:ln>
        </p:spPr>
      </p:pic>
      <p:sp>
        <p:nvSpPr>
          <p:cNvPr id="836" name="Google Shape;836;p17"/>
          <p:cNvSpPr txBox="1"/>
          <p:nvPr/>
        </p:nvSpPr>
        <p:spPr>
          <a:xfrm>
            <a:off x="9411025" y="2918525"/>
            <a:ext cx="2778300" cy="37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700"/>
              <a:buFont typeface="Arial"/>
              <a:buNone/>
            </a:pPr>
            <a:r>
              <a:rPr b="0" i="0" lang="en-US" sz="5700" u="none" cap="none" strike="noStrike">
                <a:solidFill>
                  <a:srgbClr val="0000FF"/>
                </a:solidFill>
                <a:latin typeface="Arial"/>
                <a:ea typeface="Arial"/>
                <a:cs typeface="Arial"/>
                <a:sym typeface="Arial"/>
              </a:rPr>
              <a:t> </a:t>
            </a:r>
            <a:r>
              <a:rPr b="1" i="0" lang="en-US" sz="3600" u="none" cap="none" strike="noStrike">
                <a:solidFill>
                  <a:srgbClr val="0000FF"/>
                </a:solidFill>
                <a:latin typeface="Arial"/>
                <a:ea typeface="Arial"/>
                <a:cs typeface="Arial"/>
                <a:sym typeface="Arial"/>
              </a:rPr>
              <a:t>Paso 1</a:t>
            </a:r>
            <a:endParaRPr b="1" i="0" sz="3600" u="none" cap="none" strike="noStrike">
              <a:solidFill>
                <a:srgbClr val="0000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837" name="Google Shape;837;p17"/>
          <p:cNvSpPr txBox="1"/>
          <p:nvPr/>
        </p:nvSpPr>
        <p:spPr>
          <a:xfrm>
            <a:off x="13317700" y="2918525"/>
            <a:ext cx="3026400" cy="37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700"/>
              <a:buFont typeface="Arial"/>
              <a:buNone/>
            </a:pPr>
            <a:r>
              <a:rPr b="0" i="0" lang="en-US" sz="5700" u="none" cap="none" strike="noStrike">
                <a:solidFill>
                  <a:srgbClr val="0000FF"/>
                </a:solidFill>
                <a:latin typeface="Arial"/>
                <a:ea typeface="Arial"/>
                <a:cs typeface="Arial"/>
                <a:sym typeface="Arial"/>
              </a:rPr>
              <a:t> </a:t>
            </a:r>
            <a:r>
              <a:rPr b="1" i="0" lang="en-US" sz="3600" u="none" cap="none" strike="noStrike">
                <a:solidFill>
                  <a:srgbClr val="0000FF"/>
                </a:solidFill>
                <a:latin typeface="Arial"/>
                <a:ea typeface="Arial"/>
                <a:cs typeface="Arial"/>
                <a:sym typeface="Arial"/>
              </a:rPr>
              <a:t>Paso 2</a:t>
            </a:r>
            <a:endParaRPr b="1" i="0" sz="3600" u="none" cap="none" strike="noStrike">
              <a:solidFill>
                <a:srgbClr val="0000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cxnSp>
        <p:nvCxnSpPr>
          <p:cNvPr id="838" name="Google Shape;838;p17"/>
          <p:cNvCxnSpPr/>
          <p:nvPr/>
        </p:nvCxnSpPr>
        <p:spPr>
          <a:xfrm flipH="1" rot="10800000">
            <a:off x="5086359" y="2214976"/>
            <a:ext cx="8115300" cy="18900"/>
          </a:xfrm>
          <a:prstGeom prst="straightConnector1">
            <a:avLst/>
          </a:prstGeom>
          <a:noFill/>
          <a:ln cap="rnd" cmpd="sng" w="28575">
            <a:solidFill>
              <a:srgbClr val="136447"/>
            </a:solidFill>
            <a:prstDash val="solid"/>
            <a:round/>
            <a:headEnd len="sm" w="sm" type="none"/>
            <a:tailEnd len="sm" w="sm" type="none"/>
          </a:ln>
        </p:spPr>
      </p:cxnSp>
      <p:sp>
        <p:nvSpPr>
          <p:cNvPr id="839" name="Google Shape;839;p17"/>
          <p:cNvSpPr txBox="1"/>
          <p:nvPr/>
        </p:nvSpPr>
        <p:spPr>
          <a:xfrm>
            <a:off x="11989100" y="5030875"/>
            <a:ext cx="2277600" cy="52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700"/>
              <a:buFont typeface="Arial"/>
              <a:buNone/>
            </a:pPr>
            <a:r>
              <a:rPr b="0" i="0" lang="en-US" sz="4700" u="none" cap="none" strike="noStrike">
                <a:solidFill>
                  <a:srgbClr val="0000FF"/>
                </a:solidFill>
                <a:latin typeface="Calibri"/>
                <a:ea typeface="Calibri"/>
                <a:cs typeface="Calibri"/>
                <a:sym typeface="Calibri"/>
              </a:rPr>
              <a:t> </a:t>
            </a:r>
            <a:r>
              <a:rPr b="1" i="0" lang="en-US" sz="2600" u="none" cap="none" strike="noStrike">
                <a:solidFill>
                  <a:srgbClr val="0000FF"/>
                </a:solidFill>
                <a:latin typeface="Arial"/>
                <a:ea typeface="Arial"/>
                <a:cs typeface="Arial"/>
                <a:sym typeface="Arial"/>
              </a:rPr>
              <a:t>persona que suelta</a:t>
            </a:r>
            <a:endParaRPr b="0" i="0" sz="4700" u="none" cap="none" strike="noStrike">
              <a:solidFill>
                <a:srgbClr val="0000FF"/>
              </a:solidFill>
              <a:latin typeface="Calibri"/>
              <a:ea typeface="Calibri"/>
              <a:cs typeface="Calibri"/>
              <a:sym typeface="Calibri"/>
            </a:endParaRPr>
          </a:p>
        </p:txBody>
      </p:sp>
      <p:sp>
        <p:nvSpPr>
          <p:cNvPr id="840" name="Google Shape;840;p17"/>
          <p:cNvSpPr txBox="1"/>
          <p:nvPr/>
        </p:nvSpPr>
        <p:spPr>
          <a:xfrm>
            <a:off x="9598700" y="8985500"/>
            <a:ext cx="4217400" cy="37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FF"/>
                </a:solidFill>
                <a:latin typeface="Arial"/>
                <a:ea typeface="Arial"/>
                <a:cs typeface="Arial"/>
                <a:sym typeface="Arial"/>
              </a:rPr>
              <a:t>persona que atrapa</a:t>
            </a:r>
            <a:endParaRPr b="1" i="0" sz="2900" u="none" cap="none" strike="noStrike">
              <a:solidFill>
                <a:srgbClr val="0000FF"/>
              </a:solidFill>
              <a:latin typeface="Arial"/>
              <a:ea typeface="Arial"/>
              <a:cs typeface="Arial"/>
              <a:sym typeface="Arial"/>
            </a:endParaRPr>
          </a:p>
        </p:txBody>
      </p:sp>
      <p:sp>
        <p:nvSpPr>
          <p:cNvPr id="841" name="Google Shape;841;p17"/>
          <p:cNvSpPr txBox="1"/>
          <p:nvPr/>
        </p:nvSpPr>
        <p:spPr>
          <a:xfrm>
            <a:off x="16043725" y="7383625"/>
            <a:ext cx="2027400" cy="99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FF"/>
                </a:solidFill>
                <a:latin typeface="Arial"/>
                <a:ea typeface="Arial"/>
                <a:cs typeface="Arial"/>
                <a:sym typeface="Arial"/>
              </a:rPr>
              <a:t>distancia de caída</a:t>
            </a:r>
            <a:endParaRPr b="1" i="0" sz="3000" u="none" cap="none" strike="noStrike">
              <a:solidFill>
                <a:srgbClr val="0000FF"/>
              </a:solidFill>
              <a:latin typeface="Arial"/>
              <a:ea typeface="Arial"/>
              <a:cs typeface="Arial"/>
              <a:sym typeface="Arial"/>
            </a:endParaRPr>
          </a:p>
        </p:txBody>
      </p:sp>
      <p:sp>
        <p:nvSpPr>
          <p:cNvPr id="842" name="Google Shape;842;p17"/>
          <p:cNvSpPr txBox="1"/>
          <p:nvPr/>
        </p:nvSpPr>
        <p:spPr>
          <a:xfrm>
            <a:off x="871350" y="515650"/>
            <a:ext cx="16545300" cy="22680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000"/>
              <a:buFont typeface="Arial"/>
              <a:buNone/>
            </a:pPr>
            <a:r>
              <a:rPr b="1" lang="en-US" sz="6000">
                <a:solidFill>
                  <a:srgbClr val="136447"/>
                </a:solidFill>
                <a:latin typeface="Poppins"/>
                <a:ea typeface="Poppins"/>
                <a:cs typeface="Poppins"/>
                <a:sym typeface="Poppins"/>
              </a:rPr>
              <a:t>Reaction</a:t>
            </a:r>
            <a:r>
              <a:rPr b="1" i="0" lang="en-US" sz="6000" u="none" cap="none" strike="noStrike">
                <a:solidFill>
                  <a:srgbClr val="136447"/>
                </a:solidFill>
                <a:latin typeface="Poppins"/>
                <a:ea typeface="Poppins"/>
                <a:cs typeface="Poppins"/>
                <a:sym typeface="Poppins"/>
              </a:rPr>
              <a:t> Test | </a:t>
            </a:r>
            <a:r>
              <a:rPr b="1" i="0" lang="en-US" sz="6000" u="none" cap="none" strike="noStrike">
                <a:solidFill>
                  <a:srgbClr val="0000FF"/>
                </a:solidFill>
                <a:latin typeface="Poppins"/>
                <a:ea typeface="Poppins"/>
                <a:cs typeface="Poppins"/>
                <a:sym typeface="Poppins"/>
              </a:rPr>
              <a:t>Prueba de reacción</a:t>
            </a:r>
            <a:endParaRPr b="1" i="0" sz="6000" u="none" cap="none" strike="noStrike">
              <a:solidFill>
                <a:srgbClr val="0000FF"/>
              </a:solidFill>
              <a:latin typeface="Poppins"/>
              <a:ea typeface="Poppins"/>
              <a:cs typeface="Poppins"/>
              <a:sym typeface="Poppins"/>
            </a:endParaRPr>
          </a:p>
          <a:p>
            <a:pPr indent="0" lvl="0" marL="152400" marR="152400" rtl="0" algn="l">
              <a:lnSpc>
                <a:spcPct val="115000"/>
              </a:lnSpc>
              <a:spcBef>
                <a:spcPts val="800"/>
              </a:spcBef>
              <a:spcAft>
                <a:spcPts val="0"/>
              </a:spcAft>
              <a:buClr>
                <a:schemeClr val="dk1"/>
              </a:buClr>
              <a:buSzPts val="1100"/>
              <a:buFont typeface="Arial"/>
              <a:buNone/>
            </a:pPr>
            <a:r>
              <a:t/>
            </a:r>
            <a:endParaRPr b="0" i="0" sz="100" u="none" cap="none" strike="noStrike">
              <a:solidFill>
                <a:srgbClr val="E8E8E8"/>
              </a:solidFill>
              <a:highlight>
                <a:srgbClr val="303134"/>
              </a:highlight>
              <a:latin typeface="Roboto"/>
              <a:ea typeface="Roboto"/>
              <a:cs typeface="Roboto"/>
              <a:sym typeface="Roboto"/>
            </a:endParaRPr>
          </a:p>
          <a:p>
            <a:pPr indent="0" lvl="0" marL="0" marR="0" rtl="0" algn="ctr">
              <a:lnSpc>
                <a:spcPct val="130009"/>
              </a:lnSpc>
              <a:spcBef>
                <a:spcPts val="0"/>
              </a:spcBef>
              <a:spcAft>
                <a:spcPts val="0"/>
              </a:spcAft>
              <a:buClr>
                <a:srgbClr val="000000"/>
              </a:buClr>
              <a:buSzPts val="6008"/>
              <a:buFont typeface="Arial"/>
              <a:buNone/>
            </a:pPr>
            <a:r>
              <a:t/>
            </a:r>
            <a:endParaRPr b="1" i="0" sz="6008" u="none" cap="none" strike="noStrike">
              <a:solidFill>
                <a:srgbClr val="351C75"/>
              </a:solidFill>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46" name="Shape 846"/>
        <p:cNvGrpSpPr/>
        <p:nvPr/>
      </p:nvGrpSpPr>
      <p:grpSpPr>
        <a:xfrm>
          <a:off x="0" y="0"/>
          <a:ext cx="0" cy="0"/>
          <a:chOff x="0" y="0"/>
          <a:chExt cx="0" cy="0"/>
        </a:xfrm>
      </p:grpSpPr>
      <p:sp>
        <p:nvSpPr>
          <p:cNvPr id="847" name="Google Shape;847;p18"/>
          <p:cNvSpPr/>
          <p:nvPr/>
        </p:nvSpPr>
        <p:spPr>
          <a:xfrm rot="2435016">
            <a:off x="12886243" y="-126841"/>
            <a:ext cx="7603841" cy="4175200"/>
          </a:xfrm>
          <a:custGeom>
            <a:rect b="b" l="l" r="r" t="t"/>
            <a:pathLst>
              <a:path extrusionOk="0" h="4175200" w="7603841">
                <a:moveTo>
                  <a:pt x="0" y="0"/>
                </a:moveTo>
                <a:lnTo>
                  <a:pt x="7603840" y="0"/>
                </a:lnTo>
                <a:lnTo>
                  <a:pt x="7603840" y="4175199"/>
                </a:lnTo>
                <a:lnTo>
                  <a:pt x="0" y="4175199"/>
                </a:lnTo>
                <a:lnTo>
                  <a:pt x="0" y="0"/>
                </a:lnTo>
                <a:close/>
              </a:path>
            </a:pathLst>
          </a:custGeom>
          <a:blipFill rotWithShape="1">
            <a:blip r:embed="rId3">
              <a:alphaModFix amt="19999"/>
            </a:blip>
            <a:stretch>
              <a:fillRect b="0" l="0" r="0" t="0"/>
            </a:stretch>
          </a:blipFill>
          <a:ln>
            <a:noFill/>
          </a:ln>
        </p:spPr>
      </p:sp>
      <p:sp>
        <p:nvSpPr>
          <p:cNvPr id="848" name="Google Shape;848;p18"/>
          <p:cNvSpPr txBox="1"/>
          <p:nvPr/>
        </p:nvSpPr>
        <p:spPr>
          <a:xfrm>
            <a:off x="1460392" y="3243813"/>
            <a:ext cx="15367200" cy="33861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9999"/>
              <a:buFont typeface="Arial"/>
              <a:buNone/>
            </a:pPr>
            <a:r>
              <a:rPr b="0" i="0" lang="en-US" sz="9999" u="none" cap="none" strike="noStrike">
                <a:solidFill>
                  <a:srgbClr val="136447"/>
                </a:solidFill>
                <a:latin typeface="Arial"/>
                <a:ea typeface="Arial"/>
                <a:cs typeface="Arial"/>
                <a:sym typeface="Arial"/>
              </a:rPr>
              <a:t>The Brain</a:t>
            </a:r>
            <a:endParaRPr b="0" i="0" sz="9999" u="none" cap="none" strike="noStrike">
              <a:solidFill>
                <a:srgbClr val="136447"/>
              </a:solidFill>
              <a:latin typeface="Arial"/>
              <a:ea typeface="Arial"/>
              <a:cs typeface="Arial"/>
              <a:sym typeface="Arial"/>
            </a:endParaRPr>
          </a:p>
          <a:p>
            <a:pPr indent="0" lvl="0" marL="0" marR="0" rtl="0" algn="ctr">
              <a:lnSpc>
                <a:spcPct val="120002"/>
              </a:lnSpc>
              <a:spcBef>
                <a:spcPts val="0"/>
              </a:spcBef>
              <a:spcAft>
                <a:spcPts val="0"/>
              </a:spcAft>
              <a:buClr>
                <a:srgbClr val="000000"/>
              </a:buClr>
              <a:buSzPts val="9999"/>
              <a:buFont typeface="Arial"/>
              <a:buNone/>
            </a:pPr>
            <a:r>
              <a:rPr b="0" i="0" lang="en-US" sz="9999" u="none" cap="none" strike="noStrike">
                <a:solidFill>
                  <a:srgbClr val="0000FF"/>
                </a:solidFill>
                <a:latin typeface="Arial"/>
                <a:ea typeface="Arial"/>
                <a:cs typeface="Arial"/>
                <a:sym typeface="Arial"/>
              </a:rPr>
              <a:t>El cerebro</a:t>
            </a:r>
            <a:endParaRPr b="0" i="0" sz="9999" u="none" cap="none" strike="noStrike">
              <a:solidFill>
                <a:srgbClr val="0000FF"/>
              </a:solidFill>
              <a:latin typeface="Arial"/>
              <a:ea typeface="Arial"/>
              <a:cs typeface="Arial"/>
              <a:sym typeface="Arial"/>
            </a:endParaRPr>
          </a:p>
        </p:txBody>
      </p:sp>
      <p:cxnSp>
        <p:nvCxnSpPr>
          <p:cNvPr id="849" name="Google Shape;849;p18"/>
          <p:cNvCxnSpPr/>
          <p:nvPr/>
        </p:nvCxnSpPr>
        <p:spPr>
          <a:xfrm>
            <a:off x="1460392" y="7000869"/>
            <a:ext cx="15367200" cy="0"/>
          </a:xfrm>
          <a:prstGeom prst="straightConnector1">
            <a:avLst/>
          </a:prstGeom>
          <a:noFill/>
          <a:ln cap="rnd" cmpd="sng" w="28575">
            <a:solidFill>
              <a:srgbClr val="136447"/>
            </a:solidFill>
            <a:prstDash val="solid"/>
            <a:round/>
            <a:headEnd len="sm" w="sm" type="none"/>
            <a:tailEnd len="sm" w="sm" type="none"/>
          </a:ln>
        </p:spPr>
      </p:cxnSp>
      <p:cxnSp>
        <p:nvCxnSpPr>
          <p:cNvPr id="850" name="Google Shape;850;p18"/>
          <p:cNvCxnSpPr/>
          <p:nvPr/>
        </p:nvCxnSpPr>
        <p:spPr>
          <a:xfrm>
            <a:off x="1460392" y="8577683"/>
            <a:ext cx="15367200" cy="0"/>
          </a:xfrm>
          <a:prstGeom prst="straightConnector1">
            <a:avLst/>
          </a:prstGeom>
          <a:noFill/>
          <a:ln cap="rnd" cmpd="sng" w="28575">
            <a:solidFill>
              <a:srgbClr val="136447"/>
            </a:solidFill>
            <a:prstDash val="solid"/>
            <a:round/>
            <a:headEnd len="sm" w="sm" type="none"/>
            <a:tailEnd len="sm" w="sm" type="none"/>
          </a:ln>
        </p:spPr>
      </p:cxnSp>
      <p:sp>
        <p:nvSpPr>
          <p:cNvPr id="851" name="Google Shape;851;p18"/>
          <p:cNvSpPr txBox="1"/>
          <p:nvPr/>
        </p:nvSpPr>
        <p:spPr>
          <a:xfrm>
            <a:off x="1599912" y="7188071"/>
            <a:ext cx="15088200" cy="1202400"/>
          </a:xfrm>
          <a:prstGeom prst="rect">
            <a:avLst/>
          </a:prstGeom>
          <a:noFill/>
          <a:ln>
            <a:noFill/>
          </a:ln>
        </p:spPr>
        <p:txBody>
          <a:bodyPr anchorCtr="0" anchor="t" bIns="0" lIns="0" spcFirstLastPara="1" rIns="0" wrap="square" tIns="0">
            <a:spAutoFit/>
          </a:bodyPr>
          <a:lstStyle/>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2D2F3B"/>
                </a:solidFill>
                <a:latin typeface="Poppins Medium"/>
                <a:ea typeface="Poppins Medium"/>
                <a:cs typeface="Poppins Medium"/>
                <a:sym typeface="Poppins Medium"/>
              </a:rPr>
              <a:t>The Body’s Control Center</a:t>
            </a:r>
            <a:endParaRPr b="1" i="0" sz="3396" u="none" cap="none" strike="noStrike">
              <a:solidFill>
                <a:srgbClr val="2D2F3B"/>
              </a:solidFill>
              <a:latin typeface="Poppins Medium"/>
              <a:ea typeface="Poppins Medium"/>
              <a:cs typeface="Poppins Medium"/>
              <a:sym typeface="Poppins Medium"/>
            </a:endParaRPr>
          </a:p>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0000FF"/>
                </a:solidFill>
                <a:latin typeface="Poppins Medium"/>
                <a:ea typeface="Poppins Medium"/>
                <a:cs typeface="Poppins Medium"/>
                <a:sym typeface="Poppins Medium"/>
              </a:rPr>
              <a:t>El centro de control del cuerpo</a:t>
            </a:r>
            <a:endParaRPr b="1" i="0" sz="3396" u="none" cap="none" strike="noStrike">
              <a:solidFill>
                <a:srgbClr val="0000FF"/>
              </a:solidFill>
              <a:latin typeface="Poppins Medium"/>
              <a:ea typeface="Poppins Medium"/>
              <a:cs typeface="Poppins Medium"/>
              <a:sym typeface="Poppins Medium"/>
            </a:endParaRPr>
          </a:p>
        </p:txBody>
      </p:sp>
      <p:sp>
        <p:nvSpPr>
          <p:cNvPr id="852" name="Google Shape;852;p18"/>
          <p:cNvSpPr/>
          <p:nvPr/>
        </p:nvSpPr>
        <p:spPr>
          <a:xfrm flipH="1" rot="2108889">
            <a:off x="-1419925" y="-1589719"/>
            <a:ext cx="4897250" cy="7476718"/>
          </a:xfrm>
          <a:custGeom>
            <a:rect b="b" l="l" r="r" t="t"/>
            <a:pathLst>
              <a:path extrusionOk="0" h="7476718" w="4897250">
                <a:moveTo>
                  <a:pt x="4897250" y="0"/>
                </a:moveTo>
                <a:lnTo>
                  <a:pt x="0" y="0"/>
                </a:lnTo>
                <a:lnTo>
                  <a:pt x="0" y="7476718"/>
                </a:lnTo>
                <a:lnTo>
                  <a:pt x="4897250" y="7476718"/>
                </a:lnTo>
                <a:lnTo>
                  <a:pt x="4897250" y="0"/>
                </a:lnTo>
                <a:close/>
              </a:path>
            </a:pathLst>
          </a:custGeom>
          <a:blipFill rotWithShape="1">
            <a:blip r:embed="rId4">
              <a:alphaModFix amt="19999"/>
            </a:blip>
            <a:stretch>
              <a:fillRect b="0" l="0" r="0" t="0"/>
            </a:stretch>
          </a:blipFill>
          <a:ln>
            <a:noFill/>
          </a:ln>
        </p:spPr>
      </p:sp>
      <p:sp>
        <p:nvSpPr>
          <p:cNvPr id="853" name="Google Shape;853;p18"/>
          <p:cNvSpPr/>
          <p:nvPr/>
        </p:nvSpPr>
        <p:spPr>
          <a:xfrm rot="10800000">
            <a:off x="2352410" y="-7439934"/>
            <a:ext cx="11718940" cy="10683767"/>
          </a:xfrm>
          <a:custGeom>
            <a:rect b="b" l="l" r="r" t="t"/>
            <a:pathLst>
              <a:path extrusionOk="0" h="10683767" w="11718940">
                <a:moveTo>
                  <a:pt x="0" y="0"/>
                </a:moveTo>
                <a:lnTo>
                  <a:pt x="11718940" y="0"/>
                </a:lnTo>
                <a:lnTo>
                  <a:pt x="11718940" y="10683767"/>
                </a:lnTo>
                <a:lnTo>
                  <a:pt x="0" y="10683767"/>
                </a:lnTo>
                <a:lnTo>
                  <a:pt x="0" y="0"/>
                </a:lnTo>
                <a:close/>
              </a:path>
            </a:pathLst>
          </a:custGeom>
          <a:blipFill rotWithShape="1">
            <a:blip r:embed="rId5">
              <a:alphaModFix amt="19999"/>
            </a:blip>
            <a:stretch>
              <a:fillRect b="0" l="0" r="0" t="0"/>
            </a:stretch>
          </a:blipFill>
          <a:ln>
            <a:noFill/>
          </a:ln>
        </p:spPr>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57" name="Shape 857"/>
        <p:cNvGrpSpPr/>
        <p:nvPr/>
      </p:nvGrpSpPr>
      <p:grpSpPr>
        <a:xfrm>
          <a:off x="0" y="0"/>
          <a:ext cx="0" cy="0"/>
          <a:chOff x="0" y="0"/>
          <a:chExt cx="0" cy="0"/>
        </a:xfrm>
      </p:grpSpPr>
      <p:cxnSp>
        <p:nvCxnSpPr>
          <p:cNvPr id="858" name="Google Shape;858;p19"/>
          <p:cNvCxnSpPr/>
          <p:nvPr/>
        </p:nvCxnSpPr>
        <p:spPr>
          <a:xfrm flipH="1" rot="10800000">
            <a:off x="1028734" y="2310639"/>
            <a:ext cx="8115300" cy="18900"/>
          </a:xfrm>
          <a:prstGeom prst="straightConnector1">
            <a:avLst/>
          </a:prstGeom>
          <a:noFill/>
          <a:ln cap="rnd" cmpd="sng" w="28575">
            <a:solidFill>
              <a:srgbClr val="136447"/>
            </a:solidFill>
            <a:prstDash val="solid"/>
            <a:round/>
            <a:headEnd len="sm" w="sm" type="none"/>
            <a:tailEnd len="sm" w="sm" type="none"/>
          </a:ln>
        </p:spPr>
      </p:cxnSp>
      <p:sp>
        <p:nvSpPr>
          <p:cNvPr id="859" name="Google Shape;859;p19"/>
          <p:cNvSpPr txBox="1"/>
          <p:nvPr/>
        </p:nvSpPr>
        <p:spPr>
          <a:xfrm>
            <a:off x="1028725" y="197450"/>
            <a:ext cx="8115300" cy="19854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608"/>
              <a:buFont typeface="Arial"/>
              <a:buNone/>
            </a:pPr>
            <a:r>
              <a:rPr b="1" i="0" lang="en-US" sz="5608" u="none" cap="none" strike="noStrike">
                <a:solidFill>
                  <a:srgbClr val="136447"/>
                </a:solidFill>
                <a:latin typeface="Poppins"/>
                <a:ea typeface="Poppins"/>
                <a:cs typeface="Poppins"/>
                <a:sym typeface="Poppins"/>
              </a:rPr>
              <a:t>Meet Your Brain!</a:t>
            </a:r>
            <a:endParaRPr b="1" i="0" sz="5608"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5608"/>
              <a:buFont typeface="Arial"/>
              <a:buNone/>
            </a:pPr>
            <a:r>
              <a:rPr b="1" i="0" lang="en-US" sz="5608" u="none" cap="none" strike="noStrike">
                <a:solidFill>
                  <a:srgbClr val="0000FF"/>
                </a:solidFill>
                <a:latin typeface="Poppins"/>
                <a:ea typeface="Poppins"/>
                <a:cs typeface="Poppins"/>
                <a:sym typeface="Poppins"/>
              </a:rPr>
              <a:t>¡Conoce tu cerebro!</a:t>
            </a:r>
            <a:endParaRPr b="0" i="0" sz="1000" u="none" cap="none" strike="noStrike">
              <a:solidFill>
                <a:srgbClr val="0000FF"/>
              </a:solidFill>
              <a:latin typeface="Arial"/>
              <a:ea typeface="Arial"/>
              <a:cs typeface="Arial"/>
              <a:sym typeface="Arial"/>
            </a:endParaRPr>
          </a:p>
        </p:txBody>
      </p:sp>
      <p:sp>
        <p:nvSpPr>
          <p:cNvPr id="860" name="Google Shape;860;p19"/>
          <p:cNvSpPr txBox="1"/>
          <p:nvPr/>
        </p:nvSpPr>
        <p:spPr>
          <a:xfrm>
            <a:off x="789800" y="2654775"/>
            <a:ext cx="10067700" cy="3158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Medium"/>
                <a:ea typeface="Poppins Medium"/>
                <a:cs typeface="Poppins Medium"/>
                <a:sym typeface="Poppins Medium"/>
              </a:rPr>
              <a:t>Your brain is the control center of your body, and is responsible for processing information, thoughts, memories, emotions, and movements</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Tu cerebro es el centro de control de tu cuerpo y es responsable de procesar información, pensamientos, recuerdos, emociones y movimientos</a:t>
            </a:r>
            <a:endParaRPr b="1" i="0" sz="2700" u="none" cap="none" strike="noStrike">
              <a:solidFill>
                <a:srgbClr val="0000FF"/>
              </a:solidFill>
              <a:latin typeface="Poppins Medium"/>
              <a:ea typeface="Poppins Medium"/>
              <a:cs typeface="Poppins Medium"/>
              <a:sym typeface="Poppins Medium"/>
            </a:endParaRPr>
          </a:p>
        </p:txBody>
      </p:sp>
      <p:sp>
        <p:nvSpPr>
          <p:cNvPr id="861" name="Google Shape;861;p19"/>
          <p:cNvSpPr txBox="1"/>
          <p:nvPr/>
        </p:nvSpPr>
        <p:spPr>
          <a:xfrm>
            <a:off x="791103" y="5961925"/>
            <a:ext cx="10441800" cy="4426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2D2F3B"/>
                </a:solidFill>
                <a:latin typeface="Poppins Medium"/>
                <a:ea typeface="Poppins Medium"/>
                <a:cs typeface="Poppins Medium"/>
                <a:sym typeface="Poppins Medium"/>
              </a:rPr>
              <a:t>Quick Facts | </a:t>
            </a:r>
            <a:r>
              <a:rPr b="1" i="0" lang="en-US" sz="2300" u="none" cap="none" strike="noStrike">
                <a:solidFill>
                  <a:srgbClr val="0000FF"/>
                </a:solidFill>
                <a:latin typeface="Poppins Medium"/>
                <a:ea typeface="Poppins Medium"/>
                <a:cs typeface="Poppins Medium"/>
                <a:sym typeface="Poppins Medium"/>
              </a:rPr>
              <a:t>Datos básicos:</a:t>
            </a:r>
            <a:endParaRPr b="1" i="0" sz="23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t/>
            </a:r>
            <a:endParaRPr b="1" i="0" sz="2300" u="none" cap="none" strike="noStrike">
              <a:solidFill>
                <a:srgbClr val="2D2F3B"/>
              </a:solidFill>
              <a:latin typeface="Poppins Medium"/>
              <a:ea typeface="Poppins Medium"/>
              <a:cs typeface="Poppins Medium"/>
              <a:sym typeface="Poppins Medium"/>
            </a:endParaRPr>
          </a:p>
          <a:p>
            <a:pPr indent="-374650" lvl="0" marL="457200" marR="0" rtl="0" algn="l">
              <a:lnSpc>
                <a:spcPct val="150000"/>
              </a:lnSpc>
              <a:spcBef>
                <a:spcPts val="0"/>
              </a:spcBef>
              <a:spcAft>
                <a:spcPts val="0"/>
              </a:spcAft>
              <a:buClr>
                <a:srgbClr val="2D2F3B"/>
              </a:buClr>
              <a:buSzPts val="2300"/>
              <a:buFont typeface="Poppins Medium"/>
              <a:buChar char="●"/>
            </a:pPr>
            <a:r>
              <a:rPr b="1" i="0" lang="en-US" sz="2300" u="none" cap="none" strike="noStrike">
                <a:solidFill>
                  <a:srgbClr val="13655A"/>
                </a:solidFill>
                <a:latin typeface="Poppins Medium"/>
                <a:ea typeface="Poppins Medium"/>
                <a:cs typeface="Poppins Medium"/>
                <a:sym typeface="Poppins Medium"/>
              </a:rPr>
              <a:t>It </a:t>
            </a:r>
            <a:r>
              <a:rPr b="1" i="0" lang="en-US" sz="2300" u="none" cap="none" strike="noStrike">
                <a:solidFill>
                  <a:srgbClr val="38761D"/>
                </a:solidFill>
                <a:latin typeface="Poppins Medium"/>
                <a:ea typeface="Poppins Medium"/>
                <a:cs typeface="Poppins Medium"/>
                <a:sym typeface="Poppins Medium"/>
              </a:rPr>
              <a:t>weighs about 3 pounds |</a:t>
            </a:r>
            <a:r>
              <a:rPr b="1" i="0" lang="en-US" sz="2300" u="none" cap="none" strike="noStrike">
                <a:solidFill>
                  <a:srgbClr val="0000FF"/>
                </a:solidFill>
                <a:latin typeface="Poppins Medium"/>
                <a:ea typeface="Poppins Medium"/>
                <a:cs typeface="Poppins Medium"/>
                <a:sym typeface="Poppins Medium"/>
              </a:rPr>
              <a:t> Pesa alrededor de 1,4 kg</a:t>
            </a:r>
            <a:endParaRPr b="1" i="0" sz="2300" u="none" cap="none" strike="noStrike">
              <a:solidFill>
                <a:srgbClr val="0000FF"/>
              </a:solidFill>
              <a:latin typeface="Poppins Medium"/>
              <a:ea typeface="Poppins Medium"/>
              <a:cs typeface="Poppins Medium"/>
              <a:sym typeface="Poppins Medium"/>
            </a:endParaRPr>
          </a:p>
          <a:p>
            <a:pPr indent="-374650" lvl="0" marL="457200" marR="0" rtl="0" algn="l">
              <a:lnSpc>
                <a:spcPct val="150000"/>
              </a:lnSpc>
              <a:spcBef>
                <a:spcPts val="0"/>
              </a:spcBef>
              <a:spcAft>
                <a:spcPts val="0"/>
              </a:spcAft>
              <a:buClr>
                <a:srgbClr val="38761D"/>
              </a:buClr>
              <a:buSzPts val="2300"/>
              <a:buFont typeface="Poppins Medium"/>
              <a:buChar char="●"/>
            </a:pPr>
            <a:r>
              <a:rPr b="1" i="0" lang="en-US" sz="2300" u="none" cap="none" strike="noStrike">
                <a:solidFill>
                  <a:srgbClr val="38761D"/>
                </a:solidFill>
                <a:latin typeface="Poppins Medium"/>
                <a:ea typeface="Poppins Medium"/>
                <a:cs typeface="Poppins Medium"/>
                <a:sym typeface="Poppins Medium"/>
              </a:rPr>
              <a:t>Does not have any pain receptors | </a:t>
            </a:r>
            <a:r>
              <a:rPr b="1" i="0" lang="en-US" sz="2300" u="none" cap="none" strike="noStrike">
                <a:solidFill>
                  <a:srgbClr val="0000FF"/>
                </a:solidFill>
                <a:latin typeface="Poppins Medium"/>
                <a:ea typeface="Poppins Medium"/>
                <a:cs typeface="Poppins Medium"/>
                <a:sym typeface="Poppins Medium"/>
              </a:rPr>
              <a:t>No tiene receptores del dolor</a:t>
            </a:r>
            <a:endParaRPr b="1" i="0" sz="2300" u="none" cap="none" strike="noStrike">
              <a:solidFill>
                <a:srgbClr val="0000FF"/>
              </a:solidFill>
              <a:latin typeface="Poppins Medium"/>
              <a:ea typeface="Poppins Medium"/>
              <a:cs typeface="Poppins Medium"/>
              <a:sym typeface="Poppins Medium"/>
            </a:endParaRPr>
          </a:p>
          <a:p>
            <a:pPr indent="-374650" lvl="0" marL="457200" marR="0" rtl="0" algn="l">
              <a:lnSpc>
                <a:spcPct val="150000"/>
              </a:lnSpc>
              <a:spcBef>
                <a:spcPts val="0"/>
              </a:spcBef>
              <a:spcAft>
                <a:spcPts val="0"/>
              </a:spcAft>
              <a:buClr>
                <a:srgbClr val="38761D"/>
              </a:buClr>
              <a:buSzPts val="2300"/>
              <a:buFont typeface="Poppins Medium"/>
              <a:buChar char="●"/>
            </a:pPr>
            <a:r>
              <a:rPr b="1" i="0" lang="en-US" sz="2300" u="none" cap="none" strike="noStrike">
                <a:solidFill>
                  <a:srgbClr val="38761D"/>
                </a:solidFill>
                <a:latin typeface="Poppins Medium"/>
                <a:ea typeface="Poppins Medium"/>
                <a:cs typeface="Poppins Medium"/>
                <a:sym typeface="Poppins Medium"/>
              </a:rPr>
              <a:t>Uses about 20%  of your body’s energy - even when you’re resting! | </a:t>
            </a:r>
            <a:r>
              <a:rPr b="1" i="0" lang="en-US" sz="2300" u="none" cap="none" strike="noStrike">
                <a:solidFill>
                  <a:srgbClr val="0000FF"/>
                </a:solidFill>
                <a:latin typeface="Poppins Medium"/>
                <a:ea typeface="Poppins Medium"/>
                <a:cs typeface="Poppins Medium"/>
                <a:sym typeface="Poppins Medium"/>
              </a:rPr>
              <a:t>Consume aproximadamente el 20 % de la energía del cuerpo, ¡incluso en reposo!</a:t>
            </a:r>
            <a:endParaRPr b="1" i="0" sz="2300" u="none" cap="none" strike="noStrike">
              <a:solidFill>
                <a:srgbClr val="0000FF"/>
              </a:solidFill>
              <a:latin typeface="Poppins Medium"/>
              <a:ea typeface="Poppins Medium"/>
              <a:cs typeface="Poppins Medium"/>
              <a:sym typeface="Poppins Medium"/>
            </a:endParaRPr>
          </a:p>
          <a:p>
            <a:pPr indent="-374650" lvl="0" marL="457200" marR="0" rtl="0" algn="l">
              <a:lnSpc>
                <a:spcPct val="150000"/>
              </a:lnSpc>
              <a:spcBef>
                <a:spcPts val="0"/>
              </a:spcBef>
              <a:spcAft>
                <a:spcPts val="0"/>
              </a:spcAft>
              <a:buClr>
                <a:srgbClr val="38761D"/>
              </a:buClr>
              <a:buSzPts val="2300"/>
              <a:buFont typeface="Poppins Medium"/>
              <a:buChar char="●"/>
            </a:pPr>
            <a:r>
              <a:rPr b="1" i="0" lang="en-US" sz="2300" u="none" cap="none" strike="noStrike">
                <a:solidFill>
                  <a:srgbClr val="38761D"/>
                </a:solidFill>
                <a:latin typeface="Poppins Medium"/>
                <a:ea typeface="Poppins Medium"/>
                <a:cs typeface="Poppins Medium"/>
                <a:sym typeface="Poppins Medium"/>
              </a:rPr>
              <a:t>It is about 75% water | </a:t>
            </a:r>
            <a:r>
              <a:rPr b="1" i="0" lang="en-US" sz="2300" u="none" cap="none" strike="noStrike">
                <a:solidFill>
                  <a:srgbClr val="0000FF"/>
                </a:solidFill>
                <a:latin typeface="Poppins Medium"/>
                <a:ea typeface="Poppins Medium"/>
                <a:cs typeface="Poppins Medium"/>
                <a:sym typeface="Poppins Medium"/>
              </a:rPr>
              <a:t>Está compuesto en un 75 % de agua</a:t>
            </a:r>
            <a:endParaRPr b="1" i="0" sz="23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descr="LiquidLibrary (Provided by Getty Images)" id="862" name="Google Shape;862;p19"/>
          <p:cNvPicPr preferRelativeResize="0"/>
          <p:nvPr/>
        </p:nvPicPr>
        <p:blipFill rotWithShape="1">
          <a:blip r:embed="rId3">
            <a:alphaModFix/>
          </a:blip>
          <a:srcRect b="0" l="0" r="0" t="0"/>
          <a:stretch/>
        </p:blipFill>
        <p:spPr>
          <a:xfrm>
            <a:off x="11232775" y="752738"/>
            <a:ext cx="6298112" cy="4723576"/>
          </a:xfrm>
          <a:prstGeom prst="rect">
            <a:avLst/>
          </a:prstGeom>
          <a:noFill/>
          <a:ln>
            <a:noFill/>
          </a:ln>
        </p:spPr>
      </p:pic>
      <p:pic>
        <p:nvPicPr>
          <p:cNvPr descr="5.1: Introduction – Biological Psychology [Revised Edition]" id="863" name="Google Shape;863;p19"/>
          <p:cNvPicPr preferRelativeResize="0"/>
          <p:nvPr/>
        </p:nvPicPr>
        <p:blipFill rotWithShape="1">
          <a:blip r:embed="rId4">
            <a:alphaModFix/>
          </a:blip>
          <a:srcRect b="0" l="0" r="0" t="0"/>
          <a:stretch/>
        </p:blipFill>
        <p:spPr>
          <a:xfrm>
            <a:off x="12530031" y="5880911"/>
            <a:ext cx="3703594" cy="369896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67" name="Shape 867"/>
        <p:cNvGrpSpPr/>
        <p:nvPr/>
      </p:nvGrpSpPr>
      <p:grpSpPr>
        <a:xfrm>
          <a:off x="0" y="0"/>
          <a:ext cx="0" cy="0"/>
          <a:chOff x="0" y="0"/>
          <a:chExt cx="0" cy="0"/>
        </a:xfrm>
      </p:grpSpPr>
      <p:cxnSp>
        <p:nvCxnSpPr>
          <p:cNvPr id="868" name="Google Shape;868;p20"/>
          <p:cNvCxnSpPr/>
          <p:nvPr/>
        </p:nvCxnSpPr>
        <p:spPr>
          <a:xfrm flipH="1" rot="10800000">
            <a:off x="1168109" y="2453351"/>
            <a:ext cx="8115300" cy="18900"/>
          </a:xfrm>
          <a:prstGeom prst="straightConnector1">
            <a:avLst/>
          </a:prstGeom>
          <a:noFill/>
          <a:ln cap="rnd" cmpd="sng" w="28575">
            <a:solidFill>
              <a:srgbClr val="136447"/>
            </a:solidFill>
            <a:prstDash val="solid"/>
            <a:round/>
            <a:headEnd len="sm" w="sm" type="none"/>
            <a:tailEnd len="sm" w="sm" type="none"/>
          </a:ln>
        </p:spPr>
      </p:cxnSp>
      <p:sp>
        <p:nvSpPr>
          <p:cNvPr id="869" name="Google Shape;869;p20"/>
          <p:cNvSpPr txBox="1"/>
          <p:nvPr/>
        </p:nvSpPr>
        <p:spPr>
          <a:xfrm>
            <a:off x="423600" y="315900"/>
            <a:ext cx="17864400" cy="2020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708"/>
              <a:buFont typeface="Arial"/>
              <a:buNone/>
            </a:pPr>
            <a:r>
              <a:rPr b="1" i="0" lang="en-US" sz="5708" u="none" cap="none" strike="noStrike">
                <a:solidFill>
                  <a:srgbClr val="136447"/>
                </a:solidFill>
                <a:latin typeface="Poppins"/>
                <a:ea typeface="Poppins"/>
                <a:cs typeface="Poppins"/>
                <a:sym typeface="Poppins"/>
              </a:rPr>
              <a:t>The Brain’s Main Parts </a:t>
            </a:r>
            <a:endParaRPr b="1" i="0" sz="57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708"/>
              <a:buFont typeface="Arial"/>
              <a:buNone/>
            </a:pPr>
            <a:r>
              <a:rPr b="1" i="0" lang="en-US" sz="5708" u="none" cap="none" strike="noStrike">
                <a:solidFill>
                  <a:srgbClr val="0000FF"/>
                </a:solidFill>
                <a:latin typeface="Poppins"/>
                <a:ea typeface="Poppins"/>
                <a:cs typeface="Poppins"/>
                <a:sym typeface="Poppins"/>
              </a:rPr>
              <a:t>Las partes principales del cerebro</a:t>
            </a:r>
            <a:endParaRPr b="1" i="0" sz="5708" u="none" cap="none" strike="noStrike">
              <a:solidFill>
                <a:srgbClr val="0000FF"/>
              </a:solidFill>
              <a:latin typeface="Poppins"/>
              <a:ea typeface="Poppins"/>
              <a:cs typeface="Poppins"/>
              <a:sym typeface="Poppins"/>
            </a:endParaRPr>
          </a:p>
        </p:txBody>
      </p:sp>
      <p:sp>
        <p:nvSpPr>
          <p:cNvPr id="870" name="Google Shape;870;p20"/>
          <p:cNvSpPr txBox="1"/>
          <p:nvPr/>
        </p:nvSpPr>
        <p:spPr>
          <a:xfrm>
            <a:off x="157975" y="2944200"/>
            <a:ext cx="18654300" cy="969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Your brain has 3 main parts that work together to keep you alive and cogni</a:t>
            </a:r>
            <a:r>
              <a:rPr b="1" lang="en-US" sz="3000">
                <a:solidFill>
                  <a:srgbClr val="2D2F3B"/>
                </a:solidFill>
                <a:latin typeface="Poppins Medium"/>
                <a:ea typeface="Poppins Medium"/>
                <a:cs typeface="Poppins Medium"/>
                <a:sym typeface="Poppins Medium"/>
              </a:rPr>
              <a:t>z</a:t>
            </a:r>
            <a:r>
              <a:rPr b="1" i="0" lang="en-US" sz="3000" u="none" cap="none" strike="noStrike">
                <a:solidFill>
                  <a:srgbClr val="2D2F3B"/>
                </a:solidFill>
                <a:latin typeface="Poppins Medium"/>
                <a:ea typeface="Poppins Medium"/>
                <a:cs typeface="Poppins Medium"/>
                <a:sym typeface="Poppins Medium"/>
              </a:rPr>
              <a:t>ant</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000FF"/>
                </a:solidFill>
                <a:latin typeface="Poppins Medium"/>
                <a:ea typeface="Poppins Medium"/>
                <a:cs typeface="Poppins Medium"/>
                <a:sym typeface="Poppins Medium"/>
              </a:rPr>
              <a:t>Tu cerebro tiene 3 partes principales que trabajan juntas para mantenerte vivo y consciente  </a:t>
            </a:r>
            <a:endParaRPr b="0" i="0" sz="1400" u="none" cap="none" strike="noStrike">
              <a:solidFill>
                <a:srgbClr val="0000FF"/>
              </a:solidFill>
              <a:latin typeface="Arial"/>
              <a:ea typeface="Arial"/>
              <a:cs typeface="Arial"/>
              <a:sym typeface="Arial"/>
            </a:endParaRPr>
          </a:p>
        </p:txBody>
      </p:sp>
      <p:grpSp>
        <p:nvGrpSpPr>
          <p:cNvPr id="871" name="Google Shape;871;p20"/>
          <p:cNvGrpSpPr/>
          <p:nvPr/>
        </p:nvGrpSpPr>
        <p:grpSpPr>
          <a:xfrm>
            <a:off x="994650" y="4087026"/>
            <a:ext cx="4781806" cy="5236075"/>
            <a:chOff x="0" y="-57150"/>
            <a:chExt cx="700036" cy="766539"/>
          </a:xfrm>
        </p:grpSpPr>
        <p:sp>
          <p:nvSpPr>
            <p:cNvPr id="872" name="Google Shape;872;p20"/>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20"/>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874" name="Google Shape;874;p20"/>
          <p:cNvSpPr txBox="1"/>
          <p:nvPr/>
        </p:nvSpPr>
        <p:spPr>
          <a:xfrm>
            <a:off x="1639902" y="4777501"/>
            <a:ext cx="3491400" cy="91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700"/>
              <a:buFont typeface="Arial"/>
              <a:buNone/>
            </a:pPr>
            <a:r>
              <a:rPr b="1" i="0" lang="en-US" sz="2700" u="none" cap="none" strike="noStrike">
                <a:solidFill>
                  <a:srgbClr val="13655A"/>
                </a:solidFill>
                <a:latin typeface="Poppins"/>
                <a:ea typeface="Poppins"/>
                <a:cs typeface="Poppins"/>
                <a:sym typeface="Poppins"/>
              </a:rPr>
              <a:t>Forebrain | </a:t>
            </a:r>
            <a:r>
              <a:rPr b="1" i="0" lang="en-US" sz="2700" u="none" cap="none" strike="noStrike">
                <a:solidFill>
                  <a:srgbClr val="0000FF"/>
                </a:solidFill>
                <a:latin typeface="Poppins"/>
                <a:ea typeface="Poppins"/>
                <a:cs typeface="Poppins"/>
                <a:sym typeface="Poppins"/>
              </a:rPr>
              <a:t>Cerebro anterior</a:t>
            </a:r>
            <a:endParaRPr b="0" i="0" sz="2600" u="none" cap="none" strike="noStrike">
              <a:solidFill>
                <a:srgbClr val="0000FF"/>
              </a:solidFill>
              <a:latin typeface="Arial"/>
              <a:ea typeface="Arial"/>
              <a:cs typeface="Arial"/>
              <a:sym typeface="Arial"/>
            </a:endParaRPr>
          </a:p>
        </p:txBody>
      </p:sp>
      <p:grpSp>
        <p:nvGrpSpPr>
          <p:cNvPr id="875" name="Google Shape;875;p20"/>
          <p:cNvGrpSpPr/>
          <p:nvPr/>
        </p:nvGrpSpPr>
        <p:grpSpPr>
          <a:xfrm>
            <a:off x="6753075" y="4087014"/>
            <a:ext cx="4781806" cy="5236075"/>
            <a:chOff x="0" y="-57150"/>
            <a:chExt cx="700036" cy="766539"/>
          </a:xfrm>
        </p:grpSpPr>
        <p:sp>
          <p:nvSpPr>
            <p:cNvPr id="876" name="Google Shape;876;p20"/>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20"/>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878" name="Google Shape;878;p20"/>
          <p:cNvSpPr txBox="1"/>
          <p:nvPr/>
        </p:nvSpPr>
        <p:spPr>
          <a:xfrm>
            <a:off x="7398277" y="4777501"/>
            <a:ext cx="3491400" cy="91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700"/>
              <a:buFont typeface="Arial"/>
              <a:buNone/>
            </a:pPr>
            <a:r>
              <a:rPr b="1" i="0" lang="en-US" sz="2700" u="none" cap="none" strike="noStrike">
                <a:solidFill>
                  <a:srgbClr val="13655A"/>
                </a:solidFill>
                <a:latin typeface="Poppins"/>
                <a:ea typeface="Poppins"/>
                <a:cs typeface="Poppins"/>
                <a:sym typeface="Poppins"/>
              </a:rPr>
              <a:t>Midbrain | </a:t>
            </a:r>
            <a:r>
              <a:rPr b="1" i="0" lang="en-US" sz="2700" u="none" cap="none" strike="noStrike">
                <a:solidFill>
                  <a:srgbClr val="0000FF"/>
                </a:solidFill>
                <a:latin typeface="Poppins"/>
                <a:ea typeface="Poppins"/>
                <a:cs typeface="Poppins"/>
                <a:sym typeface="Poppins"/>
              </a:rPr>
              <a:t>Mesencéfalo</a:t>
            </a:r>
            <a:endParaRPr b="0" i="0" sz="2700" u="none" cap="none" strike="noStrike">
              <a:solidFill>
                <a:srgbClr val="0000FF"/>
              </a:solidFill>
              <a:latin typeface="Arial"/>
              <a:ea typeface="Arial"/>
              <a:cs typeface="Arial"/>
              <a:sym typeface="Arial"/>
            </a:endParaRPr>
          </a:p>
        </p:txBody>
      </p:sp>
      <p:sp>
        <p:nvSpPr>
          <p:cNvPr id="879" name="Google Shape;879;p20"/>
          <p:cNvSpPr txBox="1"/>
          <p:nvPr/>
        </p:nvSpPr>
        <p:spPr>
          <a:xfrm>
            <a:off x="13156702" y="4777501"/>
            <a:ext cx="3491400" cy="446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Hindbrain</a:t>
            </a:r>
            <a:endParaRPr b="0" i="0" sz="2800" u="none" cap="none" strike="noStrike">
              <a:solidFill>
                <a:srgbClr val="000000"/>
              </a:solidFill>
              <a:latin typeface="Arial"/>
              <a:ea typeface="Arial"/>
              <a:cs typeface="Arial"/>
              <a:sym typeface="Arial"/>
            </a:endParaRPr>
          </a:p>
        </p:txBody>
      </p:sp>
      <p:sp>
        <p:nvSpPr>
          <p:cNvPr id="880" name="Google Shape;880;p20"/>
          <p:cNvSpPr txBox="1"/>
          <p:nvPr/>
        </p:nvSpPr>
        <p:spPr>
          <a:xfrm>
            <a:off x="1371650" y="5827575"/>
            <a:ext cx="4027800" cy="3327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300"/>
              <a:buFont typeface="Arial"/>
              <a:buNone/>
            </a:pPr>
            <a:r>
              <a:rPr b="0" i="0" lang="en-US" sz="2300" u="none" cap="none" strike="noStrike">
                <a:solidFill>
                  <a:srgbClr val="13655A"/>
                </a:solidFill>
                <a:latin typeface="Poppins"/>
                <a:ea typeface="Poppins"/>
                <a:cs typeface="Poppins"/>
                <a:sym typeface="Poppins"/>
              </a:rPr>
              <a:t>Higher levels of thinking, emotion, language, sensory processing </a:t>
            </a:r>
            <a:endParaRPr b="0" i="0" sz="23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300"/>
              <a:buFont typeface="Arial"/>
              <a:buNone/>
            </a:pPr>
            <a:r>
              <a:t/>
            </a:r>
            <a:endParaRPr b="0" i="0" sz="23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Niveles superiores de pensamiento, emoción, lenguaje y procesamiento sensorial</a:t>
            </a:r>
            <a:endParaRPr b="0" i="0" sz="2300" u="none" cap="none" strike="noStrike">
              <a:solidFill>
                <a:srgbClr val="0000FF"/>
              </a:solidFill>
              <a:latin typeface="Poppins"/>
              <a:ea typeface="Poppins"/>
              <a:cs typeface="Poppins"/>
              <a:sym typeface="Poppins"/>
            </a:endParaRPr>
          </a:p>
        </p:txBody>
      </p:sp>
      <p:grpSp>
        <p:nvGrpSpPr>
          <p:cNvPr id="881" name="Google Shape;881;p20"/>
          <p:cNvGrpSpPr/>
          <p:nvPr/>
        </p:nvGrpSpPr>
        <p:grpSpPr>
          <a:xfrm>
            <a:off x="12511500" y="4087026"/>
            <a:ext cx="4781806" cy="5236075"/>
            <a:chOff x="0" y="-57150"/>
            <a:chExt cx="700036" cy="766539"/>
          </a:xfrm>
        </p:grpSpPr>
        <p:sp>
          <p:nvSpPr>
            <p:cNvPr id="882" name="Google Shape;882;p20"/>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20"/>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884" name="Google Shape;884;p20"/>
          <p:cNvSpPr txBox="1"/>
          <p:nvPr/>
        </p:nvSpPr>
        <p:spPr>
          <a:xfrm>
            <a:off x="7130075" y="5764575"/>
            <a:ext cx="4027800" cy="3472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400"/>
              <a:buFont typeface="Arial"/>
              <a:buNone/>
            </a:pPr>
            <a:r>
              <a:rPr b="0" i="0" lang="en-US" sz="2400" u="none" cap="none" strike="noStrike">
                <a:solidFill>
                  <a:srgbClr val="13655A"/>
                </a:solidFill>
                <a:latin typeface="Poppins"/>
                <a:ea typeface="Poppins"/>
                <a:cs typeface="Poppins"/>
                <a:sym typeface="Poppins"/>
              </a:rPr>
              <a:t>Relay station between the forebrain and hindbrain, eye and auditory control</a:t>
            </a:r>
            <a:endParaRPr b="0" i="0" sz="24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400"/>
              <a:buFont typeface="Arial"/>
              <a:buNone/>
            </a:pPr>
            <a:r>
              <a:t/>
            </a:r>
            <a:endParaRPr b="0" i="0" sz="24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400"/>
              <a:buFont typeface="Arial"/>
              <a:buNone/>
            </a:pPr>
            <a:r>
              <a:rPr b="0" i="0" lang="en-US" sz="2400" u="none" cap="none" strike="noStrike">
                <a:solidFill>
                  <a:srgbClr val="0000FF"/>
                </a:solidFill>
                <a:latin typeface="Poppins"/>
                <a:ea typeface="Poppins"/>
                <a:cs typeface="Poppins"/>
                <a:sym typeface="Poppins"/>
              </a:rPr>
              <a:t>Estación de relevo entre el prosencéfalo y el rombencéfalo, control ocular y auditivo</a:t>
            </a:r>
            <a:endParaRPr b="0" i="0" sz="2400" u="none" cap="none" strike="noStrike">
              <a:solidFill>
                <a:srgbClr val="0000FF"/>
              </a:solidFill>
              <a:latin typeface="Poppins"/>
              <a:ea typeface="Poppins"/>
              <a:cs typeface="Poppins"/>
              <a:sym typeface="Poppins"/>
            </a:endParaRPr>
          </a:p>
        </p:txBody>
      </p:sp>
      <p:sp>
        <p:nvSpPr>
          <p:cNvPr id="885" name="Google Shape;885;p20"/>
          <p:cNvSpPr txBox="1"/>
          <p:nvPr/>
        </p:nvSpPr>
        <p:spPr>
          <a:xfrm>
            <a:off x="12740300" y="5764575"/>
            <a:ext cx="4324200" cy="3327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300"/>
              <a:buFont typeface="Arial"/>
              <a:buNone/>
            </a:pPr>
            <a:r>
              <a:rPr b="0" i="0" lang="en-US" sz="2300" u="none" cap="none" strike="noStrike">
                <a:solidFill>
                  <a:srgbClr val="13655A"/>
                </a:solidFill>
                <a:latin typeface="Poppins"/>
                <a:ea typeface="Poppins"/>
                <a:cs typeface="Poppins"/>
                <a:sym typeface="Poppins"/>
              </a:rPr>
              <a:t>Regulates vital functions such as breathing and heart rate, coordinating movement</a:t>
            </a:r>
            <a:endParaRPr b="0" i="0" sz="23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300"/>
              <a:buFont typeface="Arial"/>
              <a:buNone/>
            </a:pPr>
            <a:r>
              <a:t/>
            </a:r>
            <a:endParaRPr b="0" i="0" sz="23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Regula funciones vitales como la respiración y la frecuencia cardíaca, coordinando el movimiento</a:t>
            </a:r>
            <a:endParaRPr b="0" i="0" sz="2300" u="none" cap="none" strike="noStrike">
              <a:solidFill>
                <a:srgbClr val="0000FF"/>
              </a:solidFill>
              <a:latin typeface="Poppins"/>
              <a:ea typeface="Poppins"/>
              <a:cs typeface="Poppins"/>
              <a:sym typeface="Poppins"/>
            </a:endParaRPr>
          </a:p>
        </p:txBody>
      </p:sp>
      <p:sp>
        <p:nvSpPr>
          <p:cNvPr id="886" name="Google Shape;886;p20"/>
          <p:cNvSpPr txBox="1"/>
          <p:nvPr/>
        </p:nvSpPr>
        <p:spPr>
          <a:xfrm>
            <a:off x="13156652" y="4777501"/>
            <a:ext cx="3491400" cy="91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700"/>
              <a:buFont typeface="Arial"/>
              <a:buNone/>
            </a:pPr>
            <a:r>
              <a:rPr b="1" i="0" lang="en-US" sz="2700" u="none" cap="none" strike="noStrike">
                <a:solidFill>
                  <a:srgbClr val="13655A"/>
                </a:solidFill>
                <a:latin typeface="Poppins"/>
                <a:ea typeface="Poppins"/>
                <a:cs typeface="Poppins"/>
                <a:sym typeface="Poppins"/>
              </a:rPr>
              <a:t>Hindbrain | </a:t>
            </a:r>
            <a:r>
              <a:rPr b="1" i="0" lang="en-US" sz="2700" u="none" cap="none" strike="noStrike">
                <a:solidFill>
                  <a:srgbClr val="0000FF"/>
                </a:solidFill>
                <a:latin typeface="Poppins"/>
                <a:ea typeface="Poppins"/>
                <a:cs typeface="Poppins"/>
                <a:sym typeface="Poppins"/>
              </a:rPr>
              <a:t>Cerebro posterior</a:t>
            </a:r>
            <a:endParaRPr b="0" i="0" sz="2700" u="none" cap="none" strike="noStrike">
              <a:solidFill>
                <a:srgbClr val="0000FF"/>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90" name="Shape 890"/>
        <p:cNvGrpSpPr/>
        <p:nvPr/>
      </p:nvGrpSpPr>
      <p:grpSpPr>
        <a:xfrm>
          <a:off x="0" y="0"/>
          <a:ext cx="0" cy="0"/>
          <a:chOff x="0" y="0"/>
          <a:chExt cx="0" cy="0"/>
        </a:xfrm>
      </p:grpSpPr>
      <p:pic>
        <p:nvPicPr>
          <p:cNvPr id="891" name="Google Shape;891;p21" title="Screenshot 2025-11-13 at 2.13.06 PM.png"/>
          <p:cNvPicPr preferRelativeResize="0"/>
          <p:nvPr/>
        </p:nvPicPr>
        <p:blipFill rotWithShape="1">
          <a:blip r:embed="rId3">
            <a:alphaModFix/>
          </a:blip>
          <a:srcRect b="0" l="0" r="0" t="0"/>
          <a:stretch/>
        </p:blipFill>
        <p:spPr>
          <a:xfrm>
            <a:off x="3692275" y="2800050"/>
            <a:ext cx="11083250" cy="7004600"/>
          </a:xfrm>
          <a:prstGeom prst="rect">
            <a:avLst/>
          </a:prstGeom>
          <a:noFill/>
          <a:ln>
            <a:noFill/>
          </a:ln>
        </p:spPr>
      </p:pic>
      <p:cxnSp>
        <p:nvCxnSpPr>
          <p:cNvPr id="892" name="Google Shape;892;p21"/>
          <p:cNvCxnSpPr/>
          <p:nvPr/>
        </p:nvCxnSpPr>
        <p:spPr>
          <a:xfrm flipH="1" rot="10800000">
            <a:off x="1168109" y="2453351"/>
            <a:ext cx="8115300" cy="18900"/>
          </a:xfrm>
          <a:prstGeom prst="straightConnector1">
            <a:avLst/>
          </a:prstGeom>
          <a:noFill/>
          <a:ln cap="rnd" cmpd="sng" w="28575">
            <a:solidFill>
              <a:srgbClr val="136447"/>
            </a:solidFill>
            <a:prstDash val="solid"/>
            <a:round/>
            <a:headEnd len="sm" w="sm" type="none"/>
            <a:tailEnd len="sm" w="sm" type="none"/>
          </a:ln>
        </p:spPr>
      </p:cxnSp>
      <p:sp>
        <p:nvSpPr>
          <p:cNvPr id="893" name="Google Shape;893;p21"/>
          <p:cNvSpPr txBox="1"/>
          <p:nvPr/>
        </p:nvSpPr>
        <p:spPr>
          <a:xfrm>
            <a:off x="423600" y="315900"/>
            <a:ext cx="17864400" cy="2020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708"/>
              <a:buFont typeface="Arial"/>
              <a:buNone/>
            </a:pPr>
            <a:r>
              <a:rPr b="1" i="0" lang="en-US" sz="5708" u="none" cap="none" strike="noStrike">
                <a:solidFill>
                  <a:srgbClr val="136447"/>
                </a:solidFill>
                <a:latin typeface="Poppins"/>
                <a:ea typeface="Poppins"/>
                <a:cs typeface="Poppins"/>
                <a:sym typeface="Poppins"/>
              </a:rPr>
              <a:t>The Brain’s Main Parts </a:t>
            </a:r>
            <a:endParaRPr b="1" i="0" sz="57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708"/>
              <a:buFont typeface="Arial"/>
              <a:buNone/>
            </a:pPr>
            <a:r>
              <a:rPr b="1" i="0" lang="en-US" sz="5708" u="none" cap="none" strike="noStrike">
                <a:solidFill>
                  <a:srgbClr val="0000FF"/>
                </a:solidFill>
                <a:latin typeface="Poppins"/>
                <a:ea typeface="Poppins"/>
                <a:cs typeface="Poppins"/>
                <a:sym typeface="Poppins"/>
              </a:rPr>
              <a:t>Las partes principales del cerebro</a:t>
            </a:r>
            <a:endParaRPr b="1" i="0" sz="5708" u="none" cap="none" strike="noStrike">
              <a:solidFill>
                <a:srgbClr val="0000FF"/>
              </a:solidFill>
              <a:latin typeface="Poppins"/>
              <a:ea typeface="Poppins"/>
              <a:cs typeface="Poppins"/>
              <a:sym typeface="Poppins"/>
            </a:endParaRPr>
          </a:p>
        </p:txBody>
      </p:sp>
      <p:sp>
        <p:nvSpPr>
          <p:cNvPr id="894" name="Google Shape;894;p21"/>
          <p:cNvSpPr txBox="1"/>
          <p:nvPr/>
        </p:nvSpPr>
        <p:spPr>
          <a:xfrm>
            <a:off x="3948950" y="4106875"/>
            <a:ext cx="19152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Prosencéfalo</a:t>
            </a:r>
            <a:endParaRPr b="0" i="0" sz="2000" u="none" cap="none" strike="noStrike">
              <a:solidFill>
                <a:srgbClr val="0000FF"/>
              </a:solidFill>
              <a:latin typeface="Poppins"/>
              <a:ea typeface="Poppins"/>
              <a:cs typeface="Poppins"/>
              <a:sym typeface="Poppins"/>
            </a:endParaRPr>
          </a:p>
        </p:txBody>
      </p:sp>
      <p:sp>
        <p:nvSpPr>
          <p:cNvPr id="895" name="Google Shape;895;p21"/>
          <p:cNvSpPr txBox="1"/>
          <p:nvPr/>
        </p:nvSpPr>
        <p:spPr>
          <a:xfrm>
            <a:off x="7641200" y="3534175"/>
            <a:ext cx="20535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2300" u="none" cap="none" strike="noStrike">
                <a:solidFill>
                  <a:srgbClr val="0000FF"/>
                </a:solidFill>
                <a:latin typeface="Poppins"/>
                <a:ea typeface="Poppins"/>
                <a:cs typeface="Poppins"/>
                <a:sym typeface="Poppins"/>
              </a:rPr>
              <a:t>Tálamo</a:t>
            </a:r>
            <a:endParaRPr b="0" i="0" sz="2300" u="none" cap="none" strike="noStrike">
              <a:solidFill>
                <a:srgbClr val="0000FF"/>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Poppins"/>
              <a:ea typeface="Poppins"/>
              <a:cs typeface="Poppins"/>
              <a:sym typeface="Poppins"/>
            </a:endParaRPr>
          </a:p>
        </p:txBody>
      </p:sp>
      <p:sp>
        <p:nvSpPr>
          <p:cNvPr id="896" name="Google Shape;896;p21"/>
          <p:cNvSpPr txBox="1"/>
          <p:nvPr/>
        </p:nvSpPr>
        <p:spPr>
          <a:xfrm>
            <a:off x="6140600" y="2685275"/>
            <a:ext cx="1500600" cy="50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2300" u="none" cap="none" strike="noStrike">
                <a:solidFill>
                  <a:srgbClr val="0000FF"/>
                </a:solidFill>
                <a:latin typeface="Poppins"/>
                <a:ea typeface="Poppins"/>
                <a:cs typeface="Poppins"/>
                <a:sym typeface="Poppins"/>
              </a:rPr>
              <a:t>Cerebro</a:t>
            </a:r>
            <a:endParaRPr b="0" i="0" sz="3200" u="none" cap="none" strike="noStrike">
              <a:solidFill>
                <a:srgbClr val="0000FF"/>
              </a:solidFill>
              <a:latin typeface="Calibri"/>
              <a:ea typeface="Calibri"/>
              <a:cs typeface="Calibri"/>
              <a:sym typeface="Calibri"/>
            </a:endParaRPr>
          </a:p>
        </p:txBody>
      </p:sp>
      <p:sp>
        <p:nvSpPr>
          <p:cNvPr id="897" name="Google Shape;897;p21"/>
          <p:cNvSpPr txBox="1"/>
          <p:nvPr/>
        </p:nvSpPr>
        <p:spPr>
          <a:xfrm>
            <a:off x="6140600" y="4449075"/>
            <a:ext cx="19152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Hipotálamo</a:t>
            </a:r>
            <a:endParaRPr b="0" i="0" sz="2300" u="none" cap="none" strike="noStrike">
              <a:solidFill>
                <a:srgbClr val="0000FF"/>
              </a:solidFill>
              <a:latin typeface="Poppins"/>
              <a:ea typeface="Poppins"/>
              <a:cs typeface="Poppins"/>
              <a:sym typeface="Poppins"/>
            </a:endParaRPr>
          </a:p>
        </p:txBody>
      </p:sp>
      <p:sp>
        <p:nvSpPr>
          <p:cNvPr id="898" name="Google Shape;898;p21"/>
          <p:cNvSpPr txBox="1"/>
          <p:nvPr/>
        </p:nvSpPr>
        <p:spPr>
          <a:xfrm>
            <a:off x="6338075" y="7246300"/>
            <a:ext cx="256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Mesencéfalo</a:t>
            </a:r>
            <a:endParaRPr b="0" i="0" sz="2300" u="none" cap="none" strike="noStrike">
              <a:solidFill>
                <a:srgbClr val="0000FF"/>
              </a:solidFill>
              <a:latin typeface="Poppins"/>
              <a:ea typeface="Poppins"/>
              <a:cs typeface="Poppins"/>
              <a:sym typeface="Poppins"/>
            </a:endParaRPr>
          </a:p>
        </p:txBody>
      </p:sp>
      <p:sp>
        <p:nvSpPr>
          <p:cNvPr id="899" name="Google Shape;899;p21"/>
          <p:cNvSpPr txBox="1"/>
          <p:nvPr/>
        </p:nvSpPr>
        <p:spPr>
          <a:xfrm>
            <a:off x="4475450" y="8555625"/>
            <a:ext cx="150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Cerebro posterior</a:t>
            </a:r>
            <a:endParaRPr b="0" i="0" sz="2300" u="none" cap="none" strike="noStrike">
              <a:solidFill>
                <a:srgbClr val="0000FF"/>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Poppins"/>
              <a:ea typeface="Poppins"/>
              <a:cs typeface="Poppins"/>
              <a:sym typeface="Poppins"/>
            </a:endParaRPr>
          </a:p>
        </p:txBody>
      </p:sp>
      <p:sp>
        <p:nvSpPr>
          <p:cNvPr id="900" name="Google Shape;900;p21"/>
          <p:cNvSpPr txBox="1"/>
          <p:nvPr/>
        </p:nvSpPr>
        <p:spPr>
          <a:xfrm>
            <a:off x="5085200" y="8114975"/>
            <a:ext cx="297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Puente de Varolio</a:t>
            </a:r>
            <a:endParaRPr b="0" i="0" sz="2300" u="none" cap="none" strike="noStrike">
              <a:solidFill>
                <a:srgbClr val="0000FF"/>
              </a:solidFill>
              <a:latin typeface="Poppins"/>
              <a:ea typeface="Poppins"/>
              <a:cs typeface="Poppins"/>
              <a:sym typeface="Poppins"/>
            </a:endParaRPr>
          </a:p>
        </p:txBody>
      </p:sp>
      <p:sp>
        <p:nvSpPr>
          <p:cNvPr id="901" name="Google Shape;901;p21"/>
          <p:cNvSpPr txBox="1"/>
          <p:nvPr/>
        </p:nvSpPr>
        <p:spPr>
          <a:xfrm>
            <a:off x="9201050" y="8687675"/>
            <a:ext cx="3613200" cy="506700"/>
          </a:xfrm>
          <a:prstGeom prst="rect">
            <a:avLst/>
          </a:prstGeom>
          <a:noFill/>
          <a:ln>
            <a:noFill/>
          </a:ln>
        </p:spPr>
        <p:txBody>
          <a:bodyPr anchorCtr="0" anchor="t" bIns="91425" lIns="91425" spcFirstLastPara="1" rIns="91425" wrap="square" tIns="91425">
            <a:noAutofit/>
          </a:bodyPr>
          <a:lstStyle/>
          <a:p>
            <a:pPr indent="0" lvl="0" marL="0" marR="0" rtl="0" algn="l">
              <a:lnSpc>
                <a:spcPct val="108333"/>
              </a:lnSpc>
              <a:spcBef>
                <a:spcPts val="800"/>
              </a:spcBef>
              <a:spcAft>
                <a:spcPts val="0"/>
              </a:spcAft>
              <a:buClr>
                <a:schemeClr val="dk1"/>
              </a:buClr>
              <a:buSzPts val="1100"/>
              <a:buFont typeface="Arial"/>
              <a:buNone/>
            </a:pPr>
            <a:r>
              <a:rPr b="0" i="0" lang="en-US" sz="2200" u="none" cap="none" strike="noStrike">
                <a:solidFill>
                  <a:srgbClr val="0000FF"/>
                </a:solidFill>
                <a:latin typeface="Poppins"/>
                <a:ea typeface="Poppins"/>
                <a:cs typeface="Poppins"/>
                <a:sym typeface="Poppins"/>
              </a:rPr>
              <a:t>el bulbo raquídeo</a:t>
            </a:r>
            <a:endParaRPr b="0" i="0" sz="2200" u="none" cap="none" strike="noStrike">
              <a:solidFill>
                <a:srgbClr val="0000FF"/>
              </a:solidFill>
              <a:latin typeface="Poppins"/>
              <a:ea typeface="Poppins"/>
              <a:cs typeface="Poppins"/>
              <a:sym typeface="Poppins"/>
            </a:endParaRPr>
          </a:p>
          <a:p>
            <a:pPr indent="0" lvl="0" marL="0" marR="0" rtl="0" algn="l">
              <a:lnSpc>
                <a:spcPct val="100000"/>
              </a:lnSpc>
              <a:spcBef>
                <a:spcPts val="11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902" name="Google Shape;902;p21"/>
          <p:cNvSpPr txBox="1"/>
          <p:nvPr/>
        </p:nvSpPr>
        <p:spPr>
          <a:xfrm>
            <a:off x="8055800" y="9714300"/>
            <a:ext cx="297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Cerebelo</a:t>
            </a:r>
            <a:endParaRPr b="0" i="0" sz="2300" u="none" cap="none" strike="noStrike">
              <a:solidFill>
                <a:srgbClr val="0000FF"/>
              </a:solidFill>
              <a:latin typeface="Poppins"/>
              <a:ea typeface="Poppins"/>
              <a:cs typeface="Poppins"/>
              <a:sym typeface="Poppins"/>
            </a:endParaRPr>
          </a:p>
        </p:txBody>
      </p:sp>
      <p:sp>
        <p:nvSpPr>
          <p:cNvPr id="903" name="Google Shape;903;p21"/>
          <p:cNvSpPr txBox="1"/>
          <p:nvPr/>
        </p:nvSpPr>
        <p:spPr>
          <a:xfrm>
            <a:off x="12208725" y="9548150"/>
            <a:ext cx="2566800" cy="25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médula espinal</a:t>
            </a:r>
            <a:endParaRPr b="0" i="0" sz="2300" u="none" cap="none" strike="noStrike">
              <a:solidFill>
                <a:srgbClr val="0000FF"/>
              </a:solidFill>
              <a:latin typeface="Poppins"/>
              <a:ea typeface="Poppins"/>
              <a:cs typeface="Poppins"/>
              <a:sym typeface="Poppi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07" name="Shape 907"/>
        <p:cNvGrpSpPr/>
        <p:nvPr/>
      </p:nvGrpSpPr>
      <p:grpSpPr>
        <a:xfrm>
          <a:off x="0" y="0"/>
          <a:ext cx="0" cy="0"/>
          <a:chOff x="0" y="0"/>
          <a:chExt cx="0" cy="0"/>
        </a:xfrm>
      </p:grpSpPr>
      <p:cxnSp>
        <p:nvCxnSpPr>
          <p:cNvPr id="908" name="Google Shape;908;p22"/>
          <p:cNvCxnSpPr/>
          <p:nvPr/>
        </p:nvCxnSpPr>
        <p:spPr>
          <a:xfrm flipH="1" rot="10800000">
            <a:off x="1187859" y="2255901"/>
            <a:ext cx="8115300" cy="18900"/>
          </a:xfrm>
          <a:prstGeom prst="straightConnector1">
            <a:avLst/>
          </a:prstGeom>
          <a:noFill/>
          <a:ln cap="rnd" cmpd="sng" w="28575">
            <a:solidFill>
              <a:srgbClr val="136447"/>
            </a:solidFill>
            <a:prstDash val="solid"/>
            <a:round/>
            <a:headEnd len="sm" w="sm" type="none"/>
            <a:tailEnd len="sm" w="sm" type="none"/>
          </a:ln>
        </p:spPr>
      </p:cxnSp>
      <p:sp>
        <p:nvSpPr>
          <p:cNvPr id="909" name="Google Shape;909;p22"/>
          <p:cNvSpPr txBox="1"/>
          <p:nvPr/>
        </p:nvSpPr>
        <p:spPr>
          <a:xfrm>
            <a:off x="754200" y="202550"/>
            <a:ext cx="16124100" cy="18084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108"/>
              <a:buFont typeface="Arial"/>
              <a:buNone/>
            </a:pPr>
            <a:r>
              <a:rPr b="1" i="0" lang="en-US" sz="5108" u="none" cap="none" strike="noStrike">
                <a:solidFill>
                  <a:srgbClr val="136447"/>
                </a:solidFill>
                <a:latin typeface="Poppins"/>
                <a:ea typeface="Poppins"/>
                <a:cs typeface="Poppins"/>
                <a:sym typeface="Poppins"/>
              </a:rPr>
              <a:t>The Forebrain - Thinking and Emotion</a:t>
            </a:r>
            <a:endParaRPr b="1" i="0" sz="51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108"/>
              <a:buFont typeface="Arial"/>
              <a:buNone/>
            </a:pPr>
            <a:r>
              <a:rPr b="1" i="0" lang="en-US" sz="5108" u="none" cap="none" strike="noStrike">
                <a:solidFill>
                  <a:srgbClr val="0000FF"/>
                </a:solidFill>
                <a:latin typeface="Poppins"/>
                <a:ea typeface="Poppins"/>
                <a:cs typeface="Poppins"/>
                <a:sym typeface="Poppins"/>
              </a:rPr>
              <a:t>El prosencéfalo: pensamiento y emoción </a:t>
            </a:r>
            <a:endParaRPr b="0" i="0" sz="500" u="none" cap="none" strike="noStrike">
              <a:solidFill>
                <a:srgbClr val="0000FF"/>
              </a:solidFill>
              <a:latin typeface="Arial"/>
              <a:ea typeface="Arial"/>
              <a:cs typeface="Arial"/>
              <a:sym typeface="Arial"/>
            </a:endParaRPr>
          </a:p>
        </p:txBody>
      </p:sp>
      <p:sp>
        <p:nvSpPr>
          <p:cNvPr id="910" name="Google Shape;910;p22"/>
          <p:cNvSpPr txBox="1"/>
          <p:nvPr/>
        </p:nvSpPr>
        <p:spPr>
          <a:xfrm>
            <a:off x="296175" y="2519750"/>
            <a:ext cx="17770200" cy="8105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400"/>
              <a:buFont typeface="Arial"/>
              <a:buNone/>
            </a:pPr>
            <a:r>
              <a:rPr b="1" i="0" lang="en-US" sz="3400" u="none" cap="none" strike="noStrike">
                <a:solidFill>
                  <a:srgbClr val="2D2F3B"/>
                </a:solidFill>
                <a:latin typeface="Poppins Medium"/>
                <a:ea typeface="Poppins Medium"/>
                <a:cs typeface="Poppins Medium"/>
                <a:sym typeface="Poppins Medium"/>
              </a:rPr>
              <a:t>Components | </a:t>
            </a:r>
            <a:r>
              <a:rPr b="1" i="0" lang="en-US" sz="3400" u="none" cap="none" strike="noStrike">
                <a:solidFill>
                  <a:srgbClr val="0000FF"/>
                </a:solidFill>
                <a:latin typeface="Poppins Medium"/>
                <a:ea typeface="Poppins Medium"/>
                <a:cs typeface="Poppins Medium"/>
                <a:sym typeface="Poppins Medium"/>
              </a:rPr>
              <a:t>Componentes</a:t>
            </a:r>
            <a:r>
              <a:rPr b="1" i="0" lang="en-US" sz="3400" u="none" cap="none" strike="noStrike">
                <a:solidFill>
                  <a:srgbClr val="2D2F3B"/>
                </a:solidFill>
                <a:latin typeface="Poppins Medium"/>
                <a:ea typeface="Poppins Medium"/>
                <a:cs typeface="Poppins Medium"/>
                <a:sym typeface="Poppins Medium"/>
              </a:rPr>
              <a:t>:</a:t>
            </a:r>
            <a:endParaRPr b="1" i="0" sz="34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980000"/>
                </a:solidFill>
                <a:latin typeface="Poppins Medium"/>
                <a:ea typeface="Poppins Medium"/>
                <a:cs typeface="Poppins Medium"/>
                <a:sym typeface="Poppins Medium"/>
              </a:rPr>
              <a:t>Cerebrum - The largest part, responsible for higher order functions like thinking, planning, problem solving, memory, and voluntary movement, divided into 4 lobes</a:t>
            </a:r>
            <a:endParaRPr b="1" i="0" sz="2700" u="none" cap="none" strike="noStrike">
              <a:solidFill>
                <a:srgbClr val="98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FF0000"/>
                </a:solidFill>
                <a:latin typeface="Poppins Medium"/>
                <a:ea typeface="Poppins Medium"/>
                <a:cs typeface="Poppins Medium"/>
                <a:sym typeface="Poppins Medium"/>
              </a:rPr>
              <a:t>Cerebro: La parte más grande, responsable de funciones cognitivas superiores como el pensamiento, la planificación, la resolución de problemas, la memoria y el movimiento voluntario. Se divide en cuatro lóbulos</a:t>
            </a:r>
            <a:endParaRPr b="1" i="0" sz="2700" u="none" cap="none" strike="noStrike">
              <a:solidFill>
                <a:srgbClr val="FF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BF9000"/>
                </a:solidFill>
                <a:latin typeface="Poppins Medium"/>
                <a:ea typeface="Poppins Medium"/>
                <a:cs typeface="Poppins Medium"/>
                <a:sym typeface="Poppins Medium"/>
              </a:rPr>
              <a:t>Hypothalamus - Regulates basic functions such as body temperature, hunger, and thirst</a:t>
            </a:r>
            <a:endParaRPr b="1" i="0" sz="2700" u="none" cap="none" strike="noStrike">
              <a:solidFill>
                <a:srgbClr val="BF9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F1C232"/>
                </a:solidFill>
                <a:latin typeface="Poppins Medium"/>
                <a:ea typeface="Poppins Medium"/>
                <a:cs typeface="Poppins Medium"/>
                <a:sym typeface="Poppins Medium"/>
              </a:rPr>
              <a:t>Hipotálamo: Regula funciones básicas como la temperatura corporal, el hambre y la sed</a:t>
            </a:r>
            <a:endParaRPr b="1" i="0" sz="2700" u="none" cap="none" strike="noStrike">
              <a:solidFill>
                <a:srgbClr val="F1C232"/>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1155CC"/>
                </a:solidFill>
                <a:latin typeface="Poppins Medium"/>
                <a:ea typeface="Poppins Medium"/>
                <a:cs typeface="Poppins Medium"/>
                <a:sym typeface="Poppins Medium"/>
              </a:rPr>
              <a:t>Thalamus - Relays sensory and motor signals to the cerebral cortex</a:t>
            </a:r>
            <a:endParaRPr b="1" i="0" sz="2700" u="none" cap="none" strike="noStrike">
              <a:solidFill>
                <a:srgbClr val="1155CC"/>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Tálamo: Transmite señales sensoriales y motoras a la corteza cerebral</a:t>
            </a:r>
            <a:endParaRPr b="1" i="0" sz="27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1155CC"/>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674EA7"/>
                </a:solidFill>
                <a:latin typeface="Poppins Medium"/>
                <a:ea typeface="Poppins Medium"/>
                <a:cs typeface="Poppins Medium"/>
                <a:sym typeface="Poppins Medium"/>
              </a:rPr>
              <a:t>Limbic System - Emotional processing, motivation, memory</a:t>
            </a:r>
            <a:endParaRPr b="1" i="0" sz="2700" u="none" cap="none" strike="noStrike">
              <a:solidFill>
                <a:srgbClr val="674EA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9900FF"/>
                </a:solidFill>
                <a:latin typeface="Poppins Medium"/>
                <a:ea typeface="Poppins Medium"/>
                <a:cs typeface="Poppins Medium"/>
                <a:sym typeface="Poppins Medium"/>
              </a:rPr>
              <a:t>Sistema límbico: Procesamiento emocional, motivación y memoria</a:t>
            </a:r>
            <a:endParaRPr b="1" i="0" sz="2700" u="none" cap="none" strike="noStrike">
              <a:solidFill>
                <a:srgbClr val="99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600"/>
              <a:buFont typeface="Arial"/>
              <a:buNone/>
            </a:pPr>
            <a:r>
              <a:t/>
            </a:r>
            <a:endParaRPr b="1" i="0" sz="3600" u="none" cap="none" strike="noStrike">
              <a:solidFill>
                <a:srgbClr val="2D2F3B"/>
              </a:solidFill>
              <a:latin typeface="Poppins Medium"/>
              <a:ea typeface="Poppins Medium"/>
              <a:cs typeface="Poppins Medium"/>
              <a:sym typeface="Poppins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14" name="Shape 914"/>
        <p:cNvGrpSpPr/>
        <p:nvPr/>
      </p:nvGrpSpPr>
      <p:grpSpPr>
        <a:xfrm>
          <a:off x="0" y="0"/>
          <a:ext cx="0" cy="0"/>
          <a:chOff x="0" y="0"/>
          <a:chExt cx="0" cy="0"/>
        </a:xfrm>
      </p:grpSpPr>
      <p:cxnSp>
        <p:nvCxnSpPr>
          <p:cNvPr id="915" name="Google Shape;915;p23"/>
          <p:cNvCxnSpPr/>
          <p:nvPr/>
        </p:nvCxnSpPr>
        <p:spPr>
          <a:xfrm flipH="1" rot="10800000">
            <a:off x="1287834" y="2139651"/>
            <a:ext cx="8115300" cy="18900"/>
          </a:xfrm>
          <a:prstGeom prst="straightConnector1">
            <a:avLst/>
          </a:prstGeom>
          <a:noFill/>
          <a:ln cap="rnd" cmpd="sng" w="28575">
            <a:solidFill>
              <a:srgbClr val="136447"/>
            </a:solidFill>
            <a:prstDash val="solid"/>
            <a:round/>
            <a:headEnd len="sm" w="sm" type="none"/>
            <a:tailEnd len="sm" w="sm" type="none"/>
          </a:ln>
        </p:spPr>
      </p:cxnSp>
      <p:sp>
        <p:nvSpPr>
          <p:cNvPr id="916" name="Google Shape;916;p23"/>
          <p:cNvSpPr txBox="1"/>
          <p:nvPr/>
        </p:nvSpPr>
        <p:spPr>
          <a:xfrm>
            <a:off x="653800" y="81775"/>
            <a:ext cx="14154600" cy="2020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708"/>
              <a:buFont typeface="Arial"/>
              <a:buNone/>
            </a:pPr>
            <a:r>
              <a:rPr b="1" i="0" lang="en-US" sz="5708" u="none" cap="none" strike="noStrike">
                <a:solidFill>
                  <a:srgbClr val="136447"/>
                </a:solidFill>
                <a:latin typeface="Poppins"/>
                <a:ea typeface="Poppins"/>
                <a:cs typeface="Poppins"/>
                <a:sym typeface="Poppins"/>
              </a:rPr>
              <a:t>The 4 Lobes of the Cerebrum </a:t>
            </a:r>
            <a:endParaRPr b="1" i="0" sz="57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708"/>
              <a:buFont typeface="Arial"/>
              <a:buNone/>
            </a:pPr>
            <a:r>
              <a:rPr b="1" i="0" lang="en-US" sz="5708" u="none" cap="none" strike="noStrike">
                <a:solidFill>
                  <a:srgbClr val="0000FF"/>
                </a:solidFill>
                <a:latin typeface="Poppins"/>
                <a:ea typeface="Poppins"/>
                <a:cs typeface="Poppins"/>
                <a:sym typeface="Poppins"/>
              </a:rPr>
              <a:t>Los 4 lóbulos del cerebro</a:t>
            </a:r>
            <a:endParaRPr b="1" i="0" sz="5708" u="none" cap="none" strike="noStrike">
              <a:solidFill>
                <a:srgbClr val="0000FF"/>
              </a:solidFill>
              <a:latin typeface="Poppins"/>
              <a:ea typeface="Poppins"/>
              <a:cs typeface="Poppins"/>
              <a:sym typeface="Poppins"/>
            </a:endParaRPr>
          </a:p>
        </p:txBody>
      </p:sp>
      <p:grpSp>
        <p:nvGrpSpPr>
          <p:cNvPr id="917" name="Google Shape;917;p23"/>
          <p:cNvGrpSpPr/>
          <p:nvPr/>
        </p:nvGrpSpPr>
        <p:grpSpPr>
          <a:xfrm>
            <a:off x="815326" y="8269334"/>
            <a:ext cx="7513089" cy="1634100"/>
            <a:chOff x="0" y="-57150"/>
            <a:chExt cx="1793100" cy="390000"/>
          </a:xfrm>
        </p:grpSpPr>
        <p:sp>
          <p:nvSpPr>
            <p:cNvPr id="918" name="Google Shape;918;p23"/>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A4C2F4"/>
            </a:solidFill>
            <a:ln>
              <a:noFill/>
            </a:ln>
          </p:spPr>
          <p:txBody>
            <a:bodyPr anchorCtr="0" anchor="ctr" bIns="100900" lIns="100900" spcFirstLastPara="1" rIns="100900" wrap="square" tIns="100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23"/>
            <p:cNvSpPr txBox="1"/>
            <p:nvPr/>
          </p:nvSpPr>
          <p:spPr>
            <a:xfrm>
              <a:off x="0" y="-57150"/>
              <a:ext cx="1793100" cy="390000"/>
            </a:xfrm>
            <a:prstGeom prst="rect">
              <a:avLst/>
            </a:prstGeom>
            <a:solidFill>
              <a:srgbClr val="A4C2F4"/>
            </a:solidFill>
            <a:ln>
              <a:noFill/>
            </a:ln>
          </p:spPr>
          <p:txBody>
            <a:bodyPr anchorCtr="0" anchor="ctr" bIns="56050" lIns="56050" spcFirstLastPara="1" rIns="56050" wrap="square" tIns="56050">
              <a:noAutofit/>
            </a:bodyPr>
            <a:lstStyle/>
            <a:p>
              <a:pPr indent="0" lvl="0" marL="0" marR="0" rtl="0" algn="ctr">
                <a:lnSpc>
                  <a:spcPct val="147722"/>
                </a:lnSpc>
                <a:spcBef>
                  <a:spcPts val="0"/>
                </a:spcBef>
                <a:spcAft>
                  <a:spcPts val="0"/>
                </a:spcAft>
                <a:buClr>
                  <a:srgbClr val="000000"/>
                </a:buClr>
                <a:buSzPts val="1986"/>
                <a:buFont typeface="Arial"/>
                <a:buNone/>
              </a:pPr>
              <a:r>
                <a:t/>
              </a:r>
              <a:endParaRPr b="0" i="0" sz="1986" u="none" cap="none" strike="noStrike">
                <a:solidFill>
                  <a:schemeClr val="dk1"/>
                </a:solidFill>
                <a:latin typeface="Calibri"/>
                <a:ea typeface="Calibri"/>
                <a:cs typeface="Calibri"/>
                <a:sym typeface="Calibri"/>
              </a:endParaRPr>
            </a:p>
          </p:txBody>
        </p:sp>
      </p:grpSp>
      <p:grpSp>
        <p:nvGrpSpPr>
          <p:cNvPr id="920" name="Google Shape;920;p23"/>
          <p:cNvGrpSpPr/>
          <p:nvPr/>
        </p:nvGrpSpPr>
        <p:grpSpPr>
          <a:xfrm>
            <a:off x="815275" y="2420900"/>
            <a:ext cx="7513089" cy="1634100"/>
            <a:chOff x="0" y="-57150"/>
            <a:chExt cx="1793100" cy="390000"/>
          </a:xfrm>
        </p:grpSpPr>
        <p:sp>
          <p:nvSpPr>
            <p:cNvPr id="921" name="Google Shape;921;p23"/>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D9D2E9"/>
            </a:solidFill>
            <a:ln>
              <a:noFill/>
            </a:ln>
          </p:spPr>
          <p:txBody>
            <a:bodyPr anchorCtr="0" anchor="ctr" bIns="100900" lIns="100900" spcFirstLastPara="1" rIns="100900" wrap="square" tIns="100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23"/>
            <p:cNvSpPr txBox="1"/>
            <p:nvPr/>
          </p:nvSpPr>
          <p:spPr>
            <a:xfrm>
              <a:off x="0" y="-57150"/>
              <a:ext cx="1793100" cy="390000"/>
            </a:xfrm>
            <a:prstGeom prst="rect">
              <a:avLst/>
            </a:prstGeom>
            <a:solidFill>
              <a:srgbClr val="D9D2E9"/>
            </a:solidFill>
            <a:ln>
              <a:noFill/>
            </a:ln>
          </p:spPr>
          <p:txBody>
            <a:bodyPr anchorCtr="0" anchor="ctr" bIns="56050" lIns="56050" spcFirstLastPara="1" rIns="56050" wrap="square" tIns="56050">
              <a:noAutofit/>
            </a:bodyPr>
            <a:lstStyle/>
            <a:p>
              <a:pPr indent="0" lvl="0" marL="0" marR="0" rtl="0" algn="ctr">
                <a:lnSpc>
                  <a:spcPct val="147722"/>
                </a:lnSpc>
                <a:spcBef>
                  <a:spcPts val="0"/>
                </a:spcBef>
                <a:spcAft>
                  <a:spcPts val="0"/>
                </a:spcAft>
                <a:buClr>
                  <a:srgbClr val="000000"/>
                </a:buClr>
                <a:buSzPts val="1986"/>
                <a:buFont typeface="Arial"/>
                <a:buNone/>
              </a:pPr>
              <a:r>
                <a:t/>
              </a:r>
              <a:endParaRPr b="0" i="0" sz="1986" u="none" cap="none" strike="noStrike">
                <a:solidFill>
                  <a:schemeClr val="dk1"/>
                </a:solidFill>
                <a:latin typeface="Calibri"/>
                <a:ea typeface="Calibri"/>
                <a:cs typeface="Calibri"/>
                <a:sym typeface="Calibri"/>
              </a:endParaRPr>
            </a:p>
          </p:txBody>
        </p:sp>
      </p:grpSp>
      <p:grpSp>
        <p:nvGrpSpPr>
          <p:cNvPr id="923" name="Google Shape;923;p23"/>
          <p:cNvGrpSpPr/>
          <p:nvPr/>
        </p:nvGrpSpPr>
        <p:grpSpPr>
          <a:xfrm>
            <a:off x="815426" y="4373322"/>
            <a:ext cx="7513089" cy="1634100"/>
            <a:chOff x="0" y="-57150"/>
            <a:chExt cx="1793100" cy="390000"/>
          </a:xfrm>
        </p:grpSpPr>
        <p:sp>
          <p:nvSpPr>
            <p:cNvPr id="924" name="Google Shape;924;p23"/>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FFF2CC"/>
            </a:solidFill>
            <a:ln>
              <a:noFill/>
            </a:ln>
          </p:spPr>
          <p:txBody>
            <a:bodyPr anchorCtr="0" anchor="ctr" bIns="100900" lIns="100900" spcFirstLastPara="1" rIns="100900" wrap="square" tIns="100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23"/>
            <p:cNvSpPr txBox="1"/>
            <p:nvPr/>
          </p:nvSpPr>
          <p:spPr>
            <a:xfrm>
              <a:off x="0" y="-57150"/>
              <a:ext cx="1793100" cy="390000"/>
            </a:xfrm>
            <a:prstGeom prst="rect">
              <a:avLst/>
            </a:prstGeom>
            <a:solidFill>
              <a:srgbClr val="FFF2CC"/>
            </a:solidFill>
            <a:ln>
              <a:noFill/>
            </a:ln>
          </p:spPr>
          <p:txBody>
            <a:bodyPr anchorCtr="0" anchor="ctr" bIns="56050" lIns="56050" spcFirstLastPara="1" rIns="56050" wrap="square" tIns="56050">
              <a:noAutofit/>
            </a:bodyPr>
            <a:lstStyle/>
            <a:p>
              <a:pPr indent="0" lvl="0" marL="0" marR="0" rtl="0" algn="ctr">
                <a:lnSpc>
                  <a:spcPct val="147722"/>
                </a:lnSpc>
                <a:spcBef>
                  <a:spcPts val="0"/>
                </a:spcBef>
                <a:spcAft>
                  <a:spcPts val="0"/>
                </a:spcAft>
                <a:buClr>
                  <a:srgbClr val="000000"/>
                </a:buClr>
                <a:buSzPts val="1986"/>
                <a:buFont typeface="Arial"/>
                <a:buNone/>
              </a:pPr>
              <a:r>
                <a:t/>
              </a:r>
              <a:endParaRPr b="0" i="0" sz="1986" u="none" cap="none" strike="noStrike">
                <a:solidFill>
                  <a:schemeClr val="dk1"/>
                </a:solidFill>
                <a:latin typeface="Calibri"/>
                <a:ea typeface="Calibri"/>
                <a:cs typeface="Calibri"/>
                <a:sym typeface="Calibri"/>
              </a:endParaRPr>
            </a:p>
          </p:txBody>
        </p:sp>
      </p:grpSp>
      <p:grpSp>
        <p:nvGrpSpPr>
          <p:cNvPr id="926" name="Google Shape;926;p23"/>
          <p:cNvGrpSpPr/>
          <p:nvPr/>
        </p:nvGrpSpPr>
        <p:grpSpPr>
          <a:xfrm>
            <a:off x="815426" y="6274691"/>
            <a:ext cx="7513089" cy="1634100"/>
            <a:chOff x="0" y="-57150"/>
            <a:chExt cx="1793100" cy="390000"/>
          </a:xfrm>
        </p:grpSpPr>
        <p:sp>
          <p:nvSpPr>
            <p:cNvPr id="927" name="Google Shape;927;p23"/>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F9CB9C"/>
            </a:solidFill>
            <a:ln>
              <a:noFill/>
            </a:ln>
          </p:spPr>
          <p:txBody>
            <a:bodyPr anchorCtr="0" anchor="ctr" bIns="100900" lIns="100900" spcFirstLastPara="1" rIns="100900" wrap="square" tIns="100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23"/>
            <p:cNvSpPr txBox="1"/>
            <p:nvPr/>
          </p:nvSpPr>
          <p:spPr>
            <a:xfrm>
              <a:off x="0" y="-57150"/>
              <a:ext cx="1793100" cy="390000"/>
            </a:xfrm>
            <a:prstGeom prst="rect">
              <a:avLst/>
            </a:prstGeom>
            <a:solidFill>
              <a:srgbClr val="F9CB9C"/>
            </a:solidFill>
            <a:ln>
              <a:noFill/>
            </a:ln>
          </p:spPr>
          <p:txBody>
            <a:bodyPr anchorCtr="0" anchor="ctr" bIns="56050" lIns="56050" spcFirstLastPara="1" rIns="56050" wrap="square" tIns="56050">
              <a:noAutofit/>
            </a:bodyPr>
            <a:lstStyle/>
            <a:p>
              <a:pPr indent="0" lvl="0" marL="0" marR="0" rtl="0" algn="ctr">
                <a:lnSpc>
                  <a:spcPct val="147722"/>
                </a:lnSpc>
                <a:spcBef>
                  <a:spcPts val="0"/>
                </a:spcBef>
                <a:spcAft>
                  <a:spcPts val="0"/>
                </a:spcAft>
                <a:buClr>
                  <a:srgbClr val="000000"/>
                </a:buClr>
                <a:buSzPts val="1986"/>
                <a:buFont typeface="Arial"/>
                <a:buNone/>
              </a:pPr>
              <a:r>
                <a:t/>
              </a:r>
              <a:endParaRPr b="0" i="0" sz="1986" u="none" cap="none" strike="noStrike">
                <a:solidFill>
                  <a:schemeClr val="dk1"/>
                </a:solidFill>
                <a:latin typeface="Calibri"/>
                <a:ea typeface="Calibri"/>
                <a:cs typeface="Calibri"/>
                <a:sym typeface="Calibri"/>
              </a:endParaRPr>
            </a:p>
          </p:txBody>
        </p:sp>
      </p:grpSp>
      <p:sp>
        <p:nvSpPr>
          <p:cNvPr id="929" name="Google Shape;929;p23"/>
          <p:cNvSpPr txBox="1"/>
          <p:nvPr/>
        </p:nvSpPr>
        <p:spPr>
          <a:xfrm>
            <a:off x="969740" y="3302578"/>
            <a:ext cx="7204500" cy="6915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2042"/>
              <a:buFont typeface="Arial"/>
              <a:buNone/>
            </a:pPr>
            <a:r>
              <a:rPr b="0" i="0" lang="en-US" sz="2042" u="none" cap="none" strike="noStrike">
                <a:solidFill>
                  <a:srgbClr val="136447"/>
                </a:solidFill>
                <a:latin typeface="Poppins"/>
                <a:ea typeface="Poppins"/>
                <a:cs typeface="Poppins"/>
                <a:sym typeface="Poppins"/>
              </a:rPr>
              <a:t>Decision making, planning, movement</a:t>
            </a:r>
            <a:endParaRPr b="0" i="0" sz="2042"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042"/>
              <a:buFont typeface="Arial"/>
              <a:buNone/>
            </a:pPr>
            <a:r>
              <a:rPr b="0" i="0" lang="en-US" sz="2042" u="none" cap="none" strike="noStrike">
                <a:solidFill>
                  <a:srgbClr val="0000FF"/>
                </a:solidFill>
                <a:latin typeface="Poppins"/>
                <a:ea typeface="Poppins"/>
                <a:cs typeface="Poppins"/>
                <a:sym typeface="Poppins"/>
              </a:rPr>
              <a:t>Toma de decisiones, planificación, movimiento</a:t>
            </a:r>
            <a:endParaRPr b="0" i="0" sz="2042" u="none" cap="none" strike="noStrike">
              <a:solidFill>
                <a:srgbClr val="0000FF"/>
              </a:solidFill>
              <a:latin typeface="Poppins"/>
              <a:ea typeface="Poppins"/>
              <a:cs typeface="Poppins"/>
              <a:sym typeface="Poppins"/>
            </a:endParaRPr>
          </a:p>
        </p:txBody>
      </p:sp>
      <p:sp>
        <p:nvSpPr>
          <p:cNvPr id="930" name="Google Shape;930;p23"/>
          <p:cNvSpPr txBox="1"/>
          <p:nvPr/>
        </p:nvSpPr>
        <p:spPr>
          <a:xfrm>
            <a:off x="969745" y="2806505"/>
            <a:ext cx="7204500" cy="3996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596"/>
              <a:buFont typeface="Arial"/>
              <a:buNone/>
            </a:pPr>
            <a:r>
              <a:rPr b="1" i="0" lang="en-US" sz="2596" u="none" cap="none" strike="noStrike">
                <a:solidFill>
                  <a:srgbClr val="136447"/>
                </a:solidFill>
                <a:latin typeface="Poppins"/>
                <a:ea typeface="Poppins"/>
                <a:cs typeface="Poppins"/>
                <a:sym typeface="Poppins"/>
              </a:rPr>
              <a:t>Frontal</a:t>
            </a:r>
            <a:endParaRPr b="0" i="0" sz="2045" u="none" cap="none" strike="noStrike">
              <a:solidFill>
                <a:srgbClr val="000000"/>
              </a:solidFill>
              <a:latin typeface="Arial"/>
              <a:ea typeface="Arial"/>
              <a:cs typeface="Arial"/>
              <a:sym typeface="Arial"/>
            </a:endParaRPr>
          </a:p>
        </p:txBody>
      </p:sp>
      <p:sp>
        <p:nvSpPr>
          <p:cNvPr id="931" name="Google Shape;931;p23"/>
          <p:cNvSpPr txBox="1"/>
          <p:nvPr/>
        </p:nvSpPr>
        <p:spPr>
          <a:xfrm>
            <a:off x="1237350" y="5238613"/>
            <a:ext cx="6669300" cy="6915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2042"/>
              <a:buFont typeface="Arial"/>
              <a:buNone/>
            </a:pPr>
            <a:r>
              <a:rPr b="0" i="0" lang="en-US" sz="2042" u="none" cap="none" strike="noStrike">
                <a:solidFill>
                  <a:srgbClr val="136447"/>
                </a:solidFill>
                <a:latin typeface="Poppins"/>
                <a:ea typeface="Poppins"/>
                <a:cs typeface="Poppins"/>
                <a:sym typeface="Poppins"/>
              </a:rPr>
              <a:t>Touch, temperature, pain, spatial sense</a:t>
            </a:r>
            <a:endParaRPr b="0" i="0" sz="2042"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042"/>
              <a:buFont typeface="Arial"/>
              <a:buNone/>
            </a:pPr>
            <a:r>
              <a:rPr b="0" i="0" lang="en-US" sz="2042" u="none" cap="none" strike="noStrike">
                <a:solidFill>
                  <a:srgbClr val="0000FF"/>
                </a:solidFill>
                <a:latin typeface="Poppins"/>
                <a:ea typeface="Poppins"/>
                <a:cs typeface="Poppins"/>
                <a:sym typeface="Poppins"/>
              </a:rPr>
              <a:t>Tacto, temperatura, dolor, percepción espacial</a:t>
            </a:r>
            <a:endParaRPr b="0" i="0" sz="2042" u="none" cap="none" strike="noStrike">
              <a:solidFill>
                <a:srgbClr val="0000FF"/>
              </a:solidFill>
              <a:latin typeface="Poppins"/>
              <a:ea typeface="Poppins"/>
              <a:cs typeface="Poppins"/>
              <a:sym typeface="Poppins"/>
            </a:endParaRPr>
          </a:p>
        </p:txBody>
      </p:sp>
      <p:sp>
        <p:nvSpPr>
          <p:cNvPr id="932" name="Google Shape;932;p23"/>
          <p:cNvSpPr txBox="1"/>
          <p:nvPr/>
        </p:nvSpPr>
        <p:spPr>
          <a:xfrm>
            <a:off x="2480063" y="4699171"/>
            <a:ext cx="4183800" cy="3996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596"/>
              <a:buFont typeface="Arial"/>
              <a:buNone/>
            </a:pPr>
            <a:r>
              <a:rPr b="1" i="0" lang="en-US" sz="2596" u="none" cap="none" strike="noStrike">
                <a:solidFill>
                  <a:srgbClr val="136447"/>
                </a:solidFill>
                <a:latin typeface="Poppins"/>
                <a:ea typeface="Poppins"/>
                <a:cs typeface="Poppins"/>
                <a:sym typeface="Poppins"/>
              </a:rPr>
              <a:t>Parietal</a:t>
            </a:r>
            <a:endParaRPr b="0" i="0" sz="2045" u="none" cap="none" strike="noStrike">
              <a:solidFill>
                <a:srgbClr val="000000"/>
              </a:solidFill>
              <a:latin typeface="Arial"/>
              <a:ea typeface="Arial"/>
              <a:cs typeface="Arial"/>
              <a:sym typeface="Arial"/>
            </a:endParaRPr>
          </a:p>
        </p:txBody>
      </p:sp>
      <p:sp>
        <p:nvSpPr>
          <p:cNvPr id="933" name="Google Shape;933;p23"/>
          <p:cNvSpPr txBox="1"/>
          <p:nvPr/>
        </p:nvSpPr>
        <p:spPr>
          <a:xfrm>
            <a:off x="969731" y="7096129"/>
            <a:ext cx="7204500" cy="7098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2096"/>
              <a:buFont typeface="Arial"/>
              <a:buNone/>
            </a:pPr>
            <a:r>
              <a:rPr b="0" i="0" lang="en-US" sz="2096" u="none" cap="none" strike="noStrike">
                <a:solidFill>
                  <a:srgbClr val="136447"/>
                </a:solidFill>
                <a:latin typeface="Poppins"/>
                <a:ea typeface="Poppins"/>
                <a:cs typeface="Poppins"/>
                <a:sym typeface="Poppins"/>
              </a:rPr>
              <a:t>Hearing, language comprehension, memory</a:t>
            </a:r>
            <a:endParaRPr b="0" i="0" sz="2096"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096"/>
              <a:buFont typeface="Arial"/>
              <a:buNone/>
            </a:pPr>
            <a:r>
              <a:rPr b="0" i="0" lang="en-US" sz="2096" u="none" cap="none" strike="noStrike">
                <a:solidFill>
                  <a:srgbClr val="0000FF"/>
                </a:solidFill>
                <a:latin typeface="Poppins"/>
                <a:ea typeface="Poppins"/>
                <a:cs typeface="Poppins"/>
                <a:sym typeface="Poppins"/>
              </a:rPr>
              <a:t>Audición, comprensión del lenguaje, memoria</a:t>
            </a:r>
            <a:endParaRPr b="0" i="0" sz="2096" u="none" cap="none" strike="noStrike">
              <a:solidFill>
                <a:srgbClr val="0000FF"/>
              </a:solidFill>
              <a:latin typeface="Poppins"/>
              <a:ea typeface="Poppins"/>
              <a:cs typeface="Poppins"/>
              <a:sym typeface="Poppins"/>
            </a:endParaRPr>
          </a:p>
        </p:txBody>
      </p:sp>
      <p:sp>
        <p:nvSpPr>
          <p:cNvPr id="934" name="Google Shape;934;p23"/>
          <p:cNvSpPr txBox="1"/>
          <p:nvPr/>
        </p:nvSpPr>
        <p:spPr>
          <a:xfrm>
            <a:off x="2480106" y="6573599"/>
            <a:ext cx="4183800" cy="3996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596"/>
              <a:buFont typeface="Arial"/>
              <a:buNone/>
            </a:pPr>
            <a:r>
              <a:rPr b="1" i="0" lang="en-US" sz="2596" u="none" cap="none" strike="noStrike">
                <a:solidFill>
                  <a:srgbClr val="136447"/>
                </a:solidFill>
                <a:latin typeface="Poppins"/>
                <a:ea typeface="Poppins"/>
                <a:cs typeface="Poppins"/>
                <a:sym typeface="Poppins"/>
              </a:rPr>
              <a:t>Temporal</a:t>
            </a:r>
            <a:endParaRPr b="0" i="0" sz="2045" u="none" cap="none" strike="noStrike">
              <a:solidFill>
                <a:srgbClr val="000000"/>
              </a:solidFill>
              <a:latin typeface="Arial"/>
              <a:ea typeface="Arial"/>
              <a:cs typeface="Arial"/>
              <a:sym typeface="Arial"/>
            </a:endParaRPr>
          </a:p>
        </p:txBody>
      </p:sp>
      <p:sp>
        <p:nvSpPr>
          <p:cNvPr id="935" name="Google Shape;935;p23"/>
          <p:cNvSpPr txBox="1"/>
          <p:nvPr/>
        </p:nvSpPr>
        <p:spPr>
          <a:xfrm>
            <a:off x="1383434" y="8971940"/>
            <a:ext cx="6376800" cy="12027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042"/>
              <a:buFont typeface="Arial"/>
              <a:buNone/>
            </a:pPr>
            <a:r>
              <a:rPr b="0" i="0" lang="en-US" sz="2042" u="none" cap="none" strike="noStrike">
                <a:solidFill>
                  <a:srgbClr val="136447"/>
                </a:solidFill>
                <a:latin typeface="Poppins"/>
                <a:ea typeface="Poppins"/>
                <a:cs typeface="Poppins"/>
                <a:sym typeface="Poppins"/>
              </a:rPr>
              <a:t>Vision</a:t>
            </a:r>
            <a:endParaRPr b="0" i="0" sz="2042" u="none" cap="none" strike="noStrike">
              <a:solidFill>
                <a:srgbClr val="136447"/>
              </a:solidFill>
              <a:latin typeface="Poppins"/>
              <a:ea typeface="Poppins"/>
              <a:cs typeface="Poppins"/>
              <a:sym typeface="Poppins"/>
            </a:endParaRPr>
          </a:p>
          <a:p>
            <a:pPr indent="0" lvl="0" marL="0" marR="0" rtl="0" algn="ctr">
              <a:lnSpc>
                <a:spcPct val="140021"/>
              </a:lnSpc>
              <a:spcBef>
                <a:spcPts val="0"/>
              </a:spcBef>
              <a:spcAft>
                <a:spcPts val="0"/>
              </a:spcAft>
              <a:buClr>
                <a:srgbClr val="000000"/>
              </a:buClr>
              <a:buSzPts val="2042"/>
              <a:buFont typeface="Arial"/>
              <a:buNone/>
            </a:pPr>
            <a:r>
              <a:rPr b="0" i="0" lang="en-US" sz="2042" u="none" cap="none" strike="noStrike">
                <a:solidFill>
                  <a:srgbClr val="0000FF"/>
                </a:solidFill>
                <a:latin typeface="Poppins"/>
                <a:ea typeface="Poppins"/>
                <a:cs typeface="Poppins"/>
                <a:sym typeface="Poppins"/>
              </a:rPr>
              <a:t>Visión</a:t>
            </a:r>
            <a:endParaRPr b="0" i="0" sz="2042" u="none" cap="none" strike="noStrike">
              <a:solidFill>
                <a:srgbClr val="0000FF"/>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096"/>
              <a:buFont typeface="Arial"/>
              <a:buNone/>
            </a:pPr>
            <a:r>
              <a:t/>
            </a:r>
            <a:endParaRPr b="0" i="0" sz="2096" u="none" cap="none" strike="noStrike">
              <a:solidFill>
                <a:srgbClr val="136447"/>
              </a:solidFill>
              <a:latin typeface="Poppins"/>
              <a:ea typeface="Poppins"/>
              <a:cs typeface="Poppins"/>
              <a:sym typeface="Poppins"/>
            </a:endParaRPr>
          </a:p>
        </p:txBody>
      </p:sp>
      <p:sp>
        <p:nvSpPr>
          <p:cNvPr id="936" name="Google Shape;936;p23"/>
          <p:cNvSpPr txBox="1"/>
          <p:nvPr/>
        </p:nvSpPr>
        <p:spPr>
          <a:xfrm>
            <a:off x="1643226" y="8448028"/>
            <a:ext cx="5857500" cy="3996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596"/>
              <a:buFont typeface="Arial"/>
              <a:buNone/>
            </a:pPr>
            <a:r>
              <a:rPr b="1" i="0" lang="en-US" sz="2596" u="none" cap="none" strike="noStrike">
                <a:solidFill>
                  <a:srgbClr val="136447"/>
                </a:solidFill>
                <a:latin typeface="Poppins"/>
                <a:ea typeface="Poppins"/>
                <a:cs typeface="Poppins"/>
                <a:sym typeface="Poppins"/>
              </a:rPr>
              <a:t>Occipital</a:t>
            </a:r>
            <a:endParaRPr b="0" i="0" sz="2045" u="none" cap="none" strike="noStrike">
              <a:solidFill>
                <a:srgbClr val="000000"/>
              </a:solidFill>
              <a:latin typeface="Arial"/>
              <a:ea typeface="Arial"/>
              <a:cs typeface="Arial"/>
              <a:sym typeface="Arial"/>
            </a:endParaRPr>
          </a:p>
        </p:txBody>
      </p:sp>
      <p:pic>
        <p:nvPicPr>
          <p:cNvPr id="937" name="Google Shape;937;p23" title="Screenshot 2025-11-13 at 1.31.58 PM.png"/>
          <p:cNvPicPr preferRelativeResize="0"/>
          <p:nvPr/>
        </p:nvPicPr>
        <p:blipFill rotWithShape="1">
          <a:blip r:embed="rId3">
            <a:alphaModFix/>
          </a:blip>
          <a:srcRect b="0" l="0" r="0" t="0"/>
          <a:stretch/>
        </p:blipFill>
        <p:spPr>
          <a:xfrm>
            <a:off x="8845102" y="2806500"/>
            <a:ext cx="9127249" cy="6429550"/>
          </a:xfrm>
          <a:prstGeom prst="rect">
            <a:avLst/>
          </a:prstGeom>
          <a:noFill/>
          <a:ln>
            <a:noFill/>
          </a:ln>
        </p:spPr>
      </p:pic>
      <p:sp>
        <p:nvSpPr>
          <p:cNvPr id="938" name="Google Shape;938;p23"/>
          <p:cNvSpPr txBox="1"/>
          <p:nvPr/>
        </p:nvSpPr>
        <p:spPr>
          <a:xfrm>
            <a:off x="8983875" y="2420900"/>
            <a:ext cx="2527200" cy="67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FF"/>
                </a:solidFill>
                <a:latin typeface="Poppins"/>
                <a:ea typeface="Poppins"/>
                <a:cs typeface="Poppins"/>
                <a:sym typeface="Poppins"/>
              </a:rPr>
              <a:t>Lóbulo frontal</a:t>
            </a:r>
            <a:endParaRPr b="0" i="0" sz="2700" u="none" cap="none" strike="noStrike">
              <a:solidFill>
                <a:srgbClr val="0000FF"/>
              </a:solidFill>
              <a:latin typeface="Poppins"/>
              <a:ea typeface="Poppins"/>
              <a:cs typeface="Poppins"/>
              <a:sym typeface="Poppins"/>
            </a:endParaRPr>
          </a:p>
        </p:txBody>
      </p:sp>
      <p:sp>
        <p:nvSpPr>
          <p:cNvPr id="939" name="Google Shape;939;p23"/>
          <p:cNvSpPr txBox="1"/>
          <p:nvPr/>
        </p:nvSpPr>
        <p:spPr>
          <a:xfrm>
            <a:off x="14413650" y="2606300"/>
            <a:ext cx="36924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Lóbulo parietal</a:t>
            </a:r>
            <a:endParaRPr b="0" i="0" sz="2800" u="none" cap="none" strike="noStrike">
              <a:solidFill>
                <a:srgbClr val="0000FF"/>
              </a:solidFill>
              <a:latin typeface="Poppins"/>
              <a:ea typeface="Poppins"/>
              <a:cs typeface="Poppins"/>
              <a:sym typeface="Poppins"/>
            </a:endParaRPr>
          </a:p>
        </p:txBody>
      </p:sp>
      <p:sp>
        <p:nvSpPr>
          <p:cNvPr id="940" name="Google Shape;940;p23"/>
          <p:cNvSpPr txBox="1"/>
          <p:nvPr/>
        </p:nvSpPr>
        <p:spPr>
          <a:xfrm>
            <a:off x="16407875" y="8549475"/>
            <a:ext cx="1564500" cy="106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FF"/>
                </a:solidFill>
                <a:latin typeface="Poppins"/>
                <a:ea typeface="Poppins"/>
                <a:cs typeface="Poppins"/>
                <a:sym typeface="Poppins"/>
              </a:rPr>
              <a:t>Lóbulo occipital</a:t>
            </a:r>
            <a:endParaRPr b="0" i="0" sz="2400" u="none" cap="none" strike="noStrike">
              <a:solidFill>
                <a:srgbClr val="0000FF"/>
              </a:solidFill>
              <a:latin typeface="Poppins"/>
              <a:ea typeface="Poppins"/>
              <a:cs typeface="Poppins"/>
              <a:sym typeface="Poppins"/>
            </a:endParaRPr>
          </a:p>
        </p:txBody>
      </p:sp>
      <p:sp>
        <p:nvSpPr>
          <p:cNvPr id="941" name="Google Shape;941;p23"/>
          <p:cNvSpPr txBox="1"/>
          <p:nvPr/>
        </p:nvSpPr>
        <p:spPr>
          <a:xfrm>
            <a:off x="10346225" y="8628450"/>
            <a:ext cx="3258000" cy="60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FF"/>
                </a:solidFill>
                <a:latin typeface="Poppins"/>
                <a:ea typeface="Poppins"/>
                <a:cs typeface="Poppins"/>
                <a:sym typeface="Poppins"/>
              </a:rPr>
              <a:t>Lóbulo temporal</a:t>
            </a:r>
            <a:endParaRPr b="0" i="0" sz="2700" u="none" cap="none" strike="noStrike">
              <a:solidFill>
                <a:srgbClr val="0000FF"/>
              </a:solidFill>
              <a:latin typeface="Poppins"/>
              <a:ea typeface="Poppins"/>
              <a:cs typeface="Poppins"/>
              <a:sym typeface="Poppi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45" name="Shape 945"/>
        <p:cNvGrpSpPr/>
        <p:nvPr/>
      </p:nvGrpSpPr>
      <p:grpSpPr>
        <a:xfrm>
          <a:off x="0" y="0"/>
          <a:ext cx="0" cy="0"/>
          <a:chOff x="0" y="0"/>
          <a:chExt cx="0" cy="0"/>
        </a:xfrm>
      </p:grpSpPr>
      <p:cxnSp>
        <p:nvCxnSpPr>
          <p:cNvPr id="946" name="Google Shape;946;p24"/>
          <p:cNvCxnSpPr/>
          <p:nvPr/>
        </p:nvCxnSpPr>
        <p:spPr>
          <a:xfrm flipH="1" rot="10800000">
            <a:off x="1187859" y="2137426"/>
            <a:ext cx="8115300" cy="18900"/>
          </a:xfrm>
          <a:prstGeom prst="straightConnector1">
            <a:avLst/>
          </a:prstGeom>
          <a:noFill/>
          <a:ln cap="rnd" cmpd="sng" w="28575">
            <a:solidFill>
              <a:srgbClr val="136447"/>
            </a:solidFill>
            <a:prstDash val="solid"/>
            <a:round/>
            <a:headEnd len="sm" w="sm" type="none"/>
            <a:tailEnd len="sm" w="sm" type="none"/>
          </a:ln>
        </p:spPr>
      </p:cxnSp>
      <p:sp>
        <p:nvSpPr>
          <p:cNvPr id="947" name="Google Shape;947;p24"/>
          <p:cNvSpPr txBox="1"/>
          <p:nvPr/>
        </p:nvSpPr>
        <p:spPr>
          <a:xfrm>
            <a:off x="0" y="1031825"/>
            <a:ext cx="17039700" cy="924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6008"/>
              <a:buFont typeface="Arial"/>
              <a:buNone/>
            </a:pPr>
            <a:r>
              <a:rPr b="1" i="0" lang="en-US" sz="6008" u="none" cap="none" strike="noStrike">
                <a:solidFill>
                  <a:srgbClr val="136447"/>
                </a:solidFill>
                <a:latin typeface="Poppins"/>
                <a:ea typeface="Poppins"/>
                <a:cs typeface="Poppins"/>
                <a:sym typeface="Poppins"/>
              </a:rPr>
              <a:t>The Limbic System | </a:t>
            </a:r>
            <a:r>
              <a:rPr b="1" i="0" lang="en-US" sz="6008" u="none" cap="none" strike="noStrike">
                <a:solidFill>
                  <a:srgbClr val="0000FF"/>
                </a:solidFill>
                <a:latin typeface="Poppins"/>
                <a:ea typeface="Poppins"/>
                <a:cs typeface="Poppins"/>
                <a:sym typeface="Poppins"/>
              </a:rPr>
              <a:t>El sistema límbico</a:t>
            </a:r>
            <a:endParaRPr b="1" i="0" sz="6008" u="none" cap="none" strike="noStrike">
              <a:solidFill>
                <a:srgbClr val="0000FF"/>
              </a:solidFill>
              <a:latin typeface="Poppins"/>
              <a:ea typeface="Poppins"/>
              <a:cs typeface="Poppins"/>
              <a:sym typeface="Poppins"/>
            </a:endParaRPr>
          </a:p>
        </p:txBody>
      </p:sp>
      <p:sp>
        <p:nvSpPr>
          <p:cNvPr id="948" name="Google Shape;948;p24"/>
          <p:cNvSpPr txBox="1"/>
          <p:nvPr/>
        </p:nvSpPr>
        <p:spPr>
          <a:xfrm>
            <a:off x="1187850" y="2422175"/>
            <a:ext cx="16237200" cy="969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Involved in emotion, memory, and motivation</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000FF"/>
                </a:solidFill>
                <a:latin typeface="Poppins Medium"/>
                <a:ea typeface="Poppins Medium"/>
                <a:cs typeface="Poppins Medium"/>
                <a:sym typeface="Poppins Medium"/>
              </a:rPr>
              <a:t>Involucrado en la emoción, la memoria y la motivación</a:t>
            </a:r>
            <a:endParaRPr b="1" i="0" sz="3000" u="none" cap="none" strike="noStrike">
              <a:solidFill>
                <a:srgbClr val="0000FF"/>
              </a:solidFill>
              <a:latin typeface="Poppins Medium"/>
              <a:ea typeface="Poppins Medium"/>
              <a:cs typeface="Poppins Medium"/>
              <a:sym typeface="Poppins Medium"/>
            </a:endParaRPr>
          </a:p>
        </p:txBody>
      </p:sp>
      <p:pic>
        <p:nvPicPr>
          <p:cNvPr id="949" name="Google Shape;949;p24" title="Screenshot 2025-11-13 at 2.37.22 PM.png"/>
          <p:cNvPicPr preferRelativeResize="0"/>
          <p:nvPr/>
        </p:nvPicPr>
        <p:blipFill rotWithShape="1">
          <a:blip r:embed="rId3">
            <a:alphaModFix/>
          </a:blip>
          <a:srcRect b="0" l="0" r="0" t="0"/>
          <a:stretch/>
        </p:blipFill>
        <p:spPr>
          <a:xfrm>
            <a:off x="1014150" y="3843650"/>
            <a:ext cx="7848600" cy="6096000"/>
          </a:xfrm>
          <a:prstGeom prst="rect">
            <a:avLst/>
          </a:prstGeom>
          <a:noFill/>
          <a:ln>
            <a:noFill/>
          </a:ln>
        </p:spPr>
      </p:pic>
      <p:sp>
        <p:nvSpPr>
          <p:cNvPr id="950" name="Google Shape;950;p24"/>
          <p:cNvSpPr txBox="1"/>
          <p:nvPr/>
        </p:nvSpPr>
        <p:spPr>
          <a:xfrm>
            <a:off x="9000950" y="3657625"/>
            <a:ext cx="9065400" cy="6195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A61C00"/>
                </a:solidFill>
                <a:latin typeface="Poppins Medium"/>
                <a:ea typeface="Poppins Medium"/>
                <a:cs typeface="Poppins Medium"/>
                <a:sym typeface="Poppins Medium"/>
              </a:rPr>
              <a:t>Amygdala: Fear, aggression, emotion</a:t>
            </a:r>
            <a:endParaRPr b="1" i="0" sz="2300" u="none" cap="none" strike="noStrike">
              <a:solidFill>
                <a:srgbClr val="A61C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FF0000"/>
                </a:solidFill>
                <a:latin typeface="Poppins Medium"/>
                <a:ea typeface="Poppins Medium"/>
                <a:cs typeface="Poppins Medium"/>
                <a:sym typeface="Poppins Medium"/>
              </a:rPr>
              <a:t>Amígdala: Miedo, agresión, emoción</a:t>
            </a:r>
            <a:endParaRPr b="1" i="0" sz="2300" u="none" cap="none" strike="noStrike">
              <a:solidFill>
                <a:srgbClr val="FF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t/>
            </a:r>
            <a:endParaRPr b="1" i="0" sz="23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38761D"/>
                </a:solidFill>
                <a:latin typeface="Poppins Medium"/>
                <a:ea typeface="Poppins Medium"/>
                <a:cs typeface="Poppins Medium"/>
                <a:sym typeface="Poppins Medium"/>
              </a:rPr>
              <a:t>Hippocampus: Formation of long term memories and spatial navigation</a:t>
            </a:r>
            <a:endParaRPr b="1" i="0" sz="2300" u="none" cap="none" strike="noStrike">
              <a:solidFill>
                <a:srgbClr val="38761D"/>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00FF00"/>
                </a:solidFill>
                <a:latin typeface="Poppins Medium"/>
                <a:ea typeface="Poppins Medium"/>
                <a:cs typeface="Poppins Medium"/>
                <a:sym typeface="Poppins Medium"/>
              </a:rPr>
              <a:t>Hipocampo: Formación de la memoria a largo plazo y orientación espacial</a:t>
            </a:r>
            <a:endParaRPr b="1" i="0" sz="2300" u="none" cap="none" strike="noStrike">
              <a:solidFill>
                <a:srgbClr val="00FF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t/>
            </a:r>
            <a:endParaRPr b="1" i="0" sz="23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3C78D8"/>
                </a:solidFill>
                <a:latin typeface="Poppins Medium"/>
                <a:ea typeface="Poppins Medium"/>
                <a:cs typeface="Poppins Medium"/>
                <a:sym typeface="Poppins Medium"/>
              </a:rPr>
              <a:t>Hypothalamus: Maintain homeostasis through drive for food, sex, and survival</a:t>
            </a:r>
            <a:endParaRPr b="1" i="0" sz="2300" u="none" cap="none" strike="noStrike">
              <a:solidFill>
                <a:srgbClr val="3C78D8"/>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0000FF"/>
                </a:solidFill>
                <a:latin typeface="Poppins Medium"/>
                <a:ea typeface="Poppins Medium"/>
                <a:cs typeface="Poppins Medium"/>
                <a:sym typeface="Poppins Medium"/>
              </a:rPr>
              <a:t>Hipotálamo: Mantiene la homeostasis mediante la búsqueda de alimento, el deseo sexual y la supervivencia</a:t>
            </a:r>
            <a:endParaRPr b="1" i="0" sz="23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t/>
            </a:r>
            <a:endParaRPr b="1" i="0" sz="2300" u="none" cap="none" strike="noStrike">
              <a:solidFill>
                <a:srgbClr val="3C78D8"/>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t/>
            </a:r>
            <a:endParaRPr b="1" i="0" sz="2300" u="none" cap="none" strike="noStrike">
              <a:solidFill>
                <a:srgbClr val="3C78D8"/>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2D2F3B"/>
                </a:solidFill>
                <a:latin typeface="Poppins Medium"/>
                <a:ea typeface="Poppins Medium"/>
                <a:cs typeface="Poppins Medium"/>
                <a:sym typeface="Poppins Medium"/>
              </a:rPr>
              <a:t>What might happen when there is damage to these areas? </a:t>
            </a:r>
            <a:endParaRPr b="1" i="0" sz="23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300"/>
              <a:buFont typeface="Arial"/>
              <a:buNone/>
            </a:pPr>
            <a:r>
              <a:rPr b="1" i="0" lang="en-US" sz="2300" u="none" cap="none" strike="noStrike">
                <a:solidFill>
                  <a:srgbClr val="0000FF"/>
                </a:solidFill>
                <a:latin typeface="Poppins Medium"/>
                <a:ea typeface="Poppins Medium"/>
                <a:cs typeface="Poppins Medium"/>
                <a:sym typeface="Poppins Medium"/>
              </a:rPr>
              <a:t>¿Qué podría ocurrir si estas áreas resultaran dañadas?</a:t>
            </a:r>
            <a:endParaRPr b="1" i="0" sz="2300" u="none" cap="none" strike="noStrike">
              <a:solidFill>
                <a:srgbClr val="0000FF"/>
              </a:solidFill>
              <a:latin typeface="Poppins Medium"/>
              <a:ea typeface="Poppins Medium"/>
              <a:cs typeface="Poppins Medium"/>
              <a:sym typeface="Poppins Medium"/>
            </a:endParaRPr>
          </a:p>
        </p:txBody>
      </p:sp>
      <p:pic>
        <p:nvPicPr>
          <p:cNvPr id="951" name="Google Shape;951;p24" title="Screenshot 2025-11-13 at 2.39.08 PM.png"/>
          <p:cNvPicPr preferRelativeResize="0"/>
          <p:nvPr/>
        </p:nvPicPr>
        <p:blipFill rotWithShape="1">
          <a:blip r:embed="rId4">
            <a:alphaModFix/>
          </a:blip>
          <a:srcRect b="0" l="0" r="0" t="0"/>
          <a:stretch/>
        </p:blipFill>
        <p:spPr>
          <a:xfrm>
            <a:off x="6415400" y="4087275"/>
            <a:ext cx="2447350" cy="924900"/>
          </a:xfrm>
          <a:prstGeom prst="rect">
            <a:avLst/>
          </a:prstGeom>
          <a:noFill/>
          <a:ln>
            <a:noFill/>
          </a:ln>
        </p:spPr>
      </p:pic>
      <p:sp>
        <p:nvSpPr>
          <p:cNvPr id="952" name="Google Shape;952;p24"/>
          <p:cNvSpPr txBox="1"/>
          <p:nvPr/>
        </p:nvSpPr>
        <p:spPr>
          <a:xfrm>
            <a:off x="1187850" y="4332525"/>
            <a:ext cx="2013900" cy="43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rgbClr val="0000FF"/>
                </a:solidFill>
                <a:latin typeface="Poppins"/>
                <a:ea typeface="Poppins"/>
                <a:cs typeface="Poppins"/>
                <a:sym typeface="Poppins"/>
              </a:rPr>
              <a:t>Hipotálamo</a:t>
            </a:r>
            <a:endParaRPr b="0" i="0" sz="2000" u="none" cap="none" strike="noStrike">
              <a:solidFill>
                <a:srgbClr val="0000FF"/>
              </a:solidFill>
              <a:latin typeface="Poppins"/>
              <a:ea typeface="Poppins"/>
              <a:cs typeface="Poppins"/>
              <a:sym typeface="Poppins"/>
            </a:endParaRPr>
          </a:p>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rgbClr val="0000FF"/>
                </a:solidFill>
                <a:latin typeface="Poppins"/>
                <a:ea typeface="Poppins"/>
                <a:cs typeface="Poppins"/>
                <a:sym typeface="Poppins"/>
              </a:rPr>
              <a:t>homeostasis</a:t>
            </a:r>
            <a:endParaRPr b="0" i="0" sz="2000" u="none" cap="none" strike="noStrike">
              <a:solidFill>
                <a:srgbClr val="0000FF"/>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0000FF"/>
              </a:solidFill>
              <a:latin typeface="Calibri"/>
              <a:ea typeface="Calibri"/>
              <a:cs typeface="Calibri"/>
              <a:sym typeface="Calibri"/>
            </a:endParaRPr>
          </a:p>
        </p:txBody>
      </p:sp>
      <p:sp>
        <p:nvSpPr>
          <p:cNvPr id="953" name="Google Shape;953;p24"/>
          <p:cNvSpPr txBox="1"/>
          <p:nvPr/>
        </p:nvSpPr>
        <p:spPr>
          <a:xfrm>
            <a:off x="1014150" y="7641200"/>
            <a:ext cx="1737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amígdala</a:t>
            </a:r>
            <a:endParaRPr b="0" i="0" sz="2000" u="none" cap="none" strike="noStrike">
              <a:solidFill>
                <a:srgbClr val="0000FF"/>
              </a:solidFill>
              <a:latin typeface="Poppins"/>
              <a:ea typeface="Poppins"/>
              <a:cs typeface="Poppins"/>
              <a:sym typeface="Poppins"/>
            </a:endParaRPr>
          </a:p>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rgbClr val="0000FF"/>
                </a:solidFill>
                <a:latin typeface="Poppins"/>
                <a:ea typeface="Poppins"/>
                <a:cs typeface="Poppins"/>
                <a:sym typeface="Poppins"/>
              </a:rPr>
              <a:t>emoción</a:t>
            </a:r>
            <a:endParaRPr b="0" i="0" sz="2000" u="none" cap="none" strike="noStrike">
              <a:solidFill>
                <a:srgbClr val="0000FF"/>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954" name="Google Shape;954;p24"/>
          <p:cNvSpPr txBox="1"/>
          <p:nvPr/>
        </p:nvSpPr>
        <p:spPr>
          <a:xfrm>
            <a:off x="1014150" y="9052525"/>
            <a:ext cx="27657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rgbClr val="0000FF"/>
                </a:solidFill>
                <a:latin typeface="Poppins"/>
                <a:ea typeface="Poppins"/>
                <a:cs typeface="Poppins"/>
                <a:sym typeface="Poppins"/>
              </a:rPr>
              <a:t>hipocampo</a:t>
            </a:r>
            <a:endParaRPr b="0" i="0" sz="2000" u="none" cap="none" strike="noStrike">
              <a:solidFill>
                <a:srgbClr val="0000FF"/>
              </a:solidFill>
              <a:latin typeface="Poppins"/>
              <a:ea typeface="Poppins"/>
              <a:cs typeface="Poppins"/>
              <a:sym typeface="Poppins"/>
            </a:endParaRPr>
          </a:p>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rgbClr val="0000FF"/>
                </a:solidFill>
                <a:latin typeface="Poppins"/>
                <a:ea typeface="Poppins"/>
                <a:cs typeface="Poppins"/>
                <a:sym typeface="Poppins"/>
              </a:rPr>
              <a:t>conversión de memoria</a:t>
            </a:r>
            <a:endParaRPr b="0" i="0" sz="2000" u="none" cap="none" strike="noStrike">
              <a:solidFill>
                <a:srgbClr val="0000FF"/>
              </a:solidFill>
              <a:latin typeface="Poppins"/>
              <a:ea typeface="Poppins"/>
              <a:cs typeface="Poppins"/>
              <a:sym typeface="Poppi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58" name="Shape 958"/>
        <p:cNvGrpSpPr/>
        <p:nvPr/>
      </p:nvGrpSpPr>
      <p:grpSpPr>
        <a:xfrm>
          <a:off x="0" y="0"/>
          <a:ext cx="0" cy="0"/>
          <a:chOff x="0" y="0"/>
          <a:chExt cx="0" cy="0"/>
        </a:xfrm>
      </p:grpSpPr>
      <p:cxnSp>
        <p:nvCxnSpPr>
          <p:cNvPr id="959" name="Google Shape;959;p25"/>
          <p:cNvCxnSpPr/>
          <p:nvPr/>
        </p:nvCxnSpPr>
        <p:spPr>
          <a:xfrm flipH="1" rot="10800000">
            <a:off x="9144034"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960" name="Google Shape;960;p25"/>
          <p:cNvSpPr txBox="1"/>
          <p:nvPr/>
        </p:nvSpPr>
        <p:spPr>
          <a:xfrm>
            <a:off x="3725925" y="282575"/>
            <a:ext cx="15606600" cy="17376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4908"/>
              <a:buFont typeface="Arial"/>
              <a:buNone/>
            </a:pPr>
            <a:r>
              <a:rPr b="1" i="0" lang="en-US" sz="4908" u="none" cap="none" strike="noStrike">
                <a:solidFill>
                  <a:srgbClr val="136447"/>
                </a:solidFill>
                <a:latin typeface="Poppins"/>
                <a:ea typeface="Poppins"/>
                <a:cs typeface="Poppins"/>
                <a:sym typeface="Poppins"/>
              </a:rPr>
              <a:t>The Midbrain - Relay and Regulation</a:t>
            </a:r>
            <a:endParaRPr b="1" i="0" sz="4908"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4908"/>
              <a:buFont typeface="Arial"/>
              <a:buNone/>
            </a:pPr>
            <a:r>
              <a:rPr b="1" i="0" lang="en-US" sz="4908" u="none" cap="none" strike="noStrike">
                <a:solidFill>
                  <a:srgbClr val="0000FF"/>
                </a:solidFill>
                <a:latin typeface="Poppins"/>
                <a:ea typeface="Poppins"/>
                <a:cs typeface="Poppins"/>
                <a:sym typeface="Poppins"/>
              </a:rPr>
              <a:t>El mesencéfalo: relevo y regulación</a:t>
            </a:r>
            <a:endParaRPr b="1" i="0" sz="4908" u="none" cap="none" strike="noStrike">
              <a:solidFill>
                <a:srgbClr val="0000FF"/>
              </a:solidFill>
              <a:latin typeface="Poppins"/>
              <a:ea typeface="Poppins"/>
              <a:cs typeface="Poppins"/>
              <a:sym typeface="Poppins"/>
            </a:endParaRPr>
          </a:p>
        </p:txBody>
      </p:sp>
      <p:sp>
        <p:nvSpPr>
          <p:cNvPr id="961" name="Google Shape;961;p25"/>
          <p:cNvSpPr txBox="1"/>
          <p:nvPr/>
        </p:nvSpPr>
        <p:spPr>
          <a:xfrm>
            <a:off x="9420726" y="2543075"/>
            <a:ext cx="8211300" cy="1329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Medium"/>
                <a:ea typeface="Poppins Medium"/>
                <a:cs typeface="Poppins Medium"/>
                <a:sym typeface="Poppins Medium"/>
              </a:rPr>
              <a:t>The small, upper part of the brain stem</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La pequeña parte superior del tronco encefálico</a:t>
            </a:r>
            <a:endParaRPr b="1" i="0" sz="2700" u="none" cap="none" strike="noStrike">
              <a:solidFill>
                <a:srgbClr val="0000FF"/>
              </a:solidFill>
              <a:latin typeface="Poppins Medium"/>
              <a:ea typeface="Poppins Medium"/>
              <a:cs typeface="Poppins Medium"/>
              <a:sym typeface="Poppins Medium"/>
            </a:endParaRPr>
          </a:p>
        </p:txBody>
      </p:sp>
      <p:sp>
        <p:nvSpPr>
          <p:cNvPr id="962" name="Google Shape;962;p25"/>
          <p:cNvSpPr txBox="1"/>
          <p:nvPr/>
        </p:nvSpPr>
        <p:spPr>
          <a:xfrm>
            <a:off x="9420725" y="4246575"/>
            <a:ext cx="7838700" cy="2244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Medium"/>
                <a:ea typeface="Poppins Medium"/>
                <a:cs typeface="Poppins Medium"/>
                <a:sym typeface="Poppins Medium"/>
              </a:rPr>
              <a:t>Acts as a bridge between the forebrain and hindbrain to relay information</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lang="en-US" sz="2700">
                <a:solidFill>
                  <a:srgbClr val="0000FF"/>
                </a:solidFill>
                <a:latin typeface="Poppins Medium"/>
                <a:ea typeface="Poppins Medium"/>
                <a:cs typeface="Poppins Medium"/>
                <a:sym typeface="Poppins Medium"/>
              </a:rPr>
              <a:t>Funciona</a:t>
            </a:r>
            <a:r>
              <a:rPr b="1" i="0" lang="en-US" sz="2700" u="none" cap="none" strike="noStrike">
                <a:solidFill>
                  <a:srgbClr val="0000FF"/>
                </a:solidFill>
                <a:latin typeface="Poppins Medium"/>
                <a:ea typeface="Poppins Medium"/>
                <a:cs typeface="Poppins Medium"/>
                <a:sym typeface="Poppins Medium"/>
              </a:rPr>
              <a:t> como puente entre el prosencéfalo y el rombencéfalo para transmitir información</a:t>
            </a:r>
            <a:endParaRPr b="1" i="0" sz="2700" u="none" cap="none" strike="noStrike">
              <a:solidFill>
                <a:srgbClr val="0000FF"/>
              </a:solidFill>
              <a:latin typeface="Poppins Medium"/>
              <a:ea typeface="Poppins Medium"/>
              <a:cs typeface="Poppins Medium"/>
              <a:sym typeface="Poppins Medium"/>
            </a:endParaRPr>
          </a:p>
        </p:txBody>
      </p:sp>
      <p:sp>
        <p:nvSpPr>
          <p:cNvPr id="963" name="Google Shape;963;p25"/>
          <p:cNvSpPr txBox="1"/>
          <p:nvPr/>
        </p:nvSpPr>
        <p:spPr>
          <a:xfrm>
            <a:off x="9420726" y="6864500"/>
            <a:ext cx="8115300" cy="1787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Medium"/>
                <a:ea typeface="Poppins Medium"/>
                <a:cs typeface="Poppins Medium"/>
                <a:sym typeface="Poppins Medium"/>
              </a:rPr>
              <a:t>Controls reflexes related to vision and hearing </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Controla los reflejos relacionados con la visión y la audición</a:t>
            </a:r>
            <a:endParaRPr b="1" i="0" sz="2700" u="none" cap="none" strike="noStrike">
              <a:solidFill>
                <a:srgbClr val="0000FF"/>
              </a:solidFill>
              <a:latin typeface="Poppins Medium"/>
              <a:ea typeface="Poppins Medium"/>
              <a:cs typeface="Poppins Medium"/>
              <a:sym typeface="Poppins Medium"/>
            </a:endParaRPr>
          </a:p>
        </p:txBody>
      </p:sp>
      <p:sp>
        <p:nvSpPr>
          <p:cNvPr id="964" name="Google Shape;964;p25"/>
          <p:cNvSpPr txBox="1"/>
          <p:nvPr/>
        </p:nvSpPr>
        <p:spPr>
          <a:xfrm>
            <a:off x="9420718" y="8677331"/>
            <a:ext cx="7561800" cy="872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a:ea typeface="Poppins"/>
                <a:cs typeface="Poppins"/>
                <a:sym typeface="Poppins"/>
              </a:rPr>
              <a:t>Role in alertness and arousal </a:t>
            </a:r>
            <a:endParaRPr b="1" i="0" sz="2700" u="none" cap="none" strike="noStrike">
              <a:solidFill>
                <a:srgbClr val="2D2F3B"/>
              </a:solidFill>
              <a:latin typeface="Poppins"/>
              <a:ea typeface="Poppins"/>
              <a:cs typeface="Poppins"/>
              <a:sym typeface="Poppins"/>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a:ea typeface="Poppins"/>
                <a:cs typeface="Poppins"/>
                <a:sym typeface="Poppins"/>
              </a:rPr>
              <a:t>Papel en el estado de alerta y la excitación</a:t>
            </a:r>
            <a:endParaRPr b="1" i="0" sz="2700" u="none" cap="none" strike="noStrike">
              <a:solidFill>
                <a:srgbClr val="0000FF"/>
              </a:solidFill>
              <a:latin typeface="Poppins"/>
              <a:ea typeface="Poppins"/>
              <a:cs typeface="Poppins"/>
              <a:sym typeface="Poppins"/>
            </a:endParaRPr>
          </a:p>
        </p:txBody>
      </p:sp>
      <p:pic>
        <p:nvPicPr>
          <p:cNvPr id="965" name="Google Shape;965;p25" title="Screenshot 2025-11-13 at 12.32.19 PM.png"/>
          <p:cNvPicPr preferRelativeResize="0"/>
          <p:nvPr/>
        </p:nvPicPr>
        <p:blipFill rotWithShape="1">
          <a:blip r:embed="rId3">
            <a:alphaModFix/>
          </a:blip>
          <a:srcRect b="0" l="0" r="0" t="0"/>
          <a:stretch/>
        </p:blipFill>
        <p:spPr>
          <a:xfrm>
            <a:off x="1132925" y="3429000"/>
            <a:ext cx="2424950" cy="514350"/>
          </a:xfrm>
          <a:prstGeom prst="rect">
            <a:avLst/>
          </a:prstGeom>
          <a:noFill/>
          <a:ln>
            <a:noFill/>
          </a:ln>
        </p:spPr>
      </p:pic>
      <p:pic>
        <p:nvPicPr>
          <p:cNvPr id="966" name="Google Shape;966;p25" title="Screenshot 2025-11-13 at 3.31.17 PM.png"/>
          <p:cNvPicPr preferRelativeResize="0"/>
          <p:nvPr/>
        </p:nvPicPr>
        <p:blipFill rotWithShape="1">
          <a:blip r:embed="rId4">
            <a:alphaModFix/>
          </a:blip>
          <a:srcRect b="0" l="0" r="0" t="0"/>
          <a:stretch/>
        </p:blipFill>
        <p:spPr>
          <a:xfrm>
            <a:off x="762425" y="2442875"/>
            <a:ext cx="7619153" cy="7564600"/>
          </a:xfrm>
          <a:prstGeom prst="rect">
            <a:avLst/>
          </a:prstGeom>
          <a:noFill/>
          <a:ln>
            <a:noFill/>
          </a:ln>
        </p:spPr>
      </p:pic>
      <p:sp>
        <p:nvSpPr>
          <p:cNvPr id="967" name="Google Shape;967;p25"/>
          <p:cNvSpPr/>
          <p:nvPr/>
        </p:nvSpPr>
        <p:spPr>
          <a:xfrm>
            <a:off x="1282700" y="6021275"/>
            <a:ext cx="1447800" cy="5841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68" name="Google Shape;968;p25"/>
          <p:cNvSpPr txBox="1"/>
          <p:nvPr/>
        </p:nvSpPr>
        <p:spPr>
          <a:xfrm>
            <a:off x="1132925" y="5568000"/>
            <a:ext cx="2199000" cy="33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FF"/>
                </a:solidFill>
                <a:latin typeface="Poppins"/>
                <a:ea typeface="Poppins"/>
                <a:cs typeface="Poppins"/>
                <a:sym typeface="Poppins"/>
              </a:rPr>
              <a:t>Mesencéfalo</a:t>
            </a:r>
            <a:endParaRPr b="0" i="0" sz="2100" u="none" cap="none" strike="noStrike">
              <a:solidFill>
                <a:srgbClr val="0000FF"/>
              </a:solidFill>
              <a:latin typeface="Poppins"/>
              <a:ea typeface="Poppins"/>
              <a:cs typeface="Poppins"/>
              <a:sym typeface="Poppi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72" name="Shape 972"/>
        <p:cNvGrpSpPr/>
        <p:nvPr/>
      </p:nvGrpSpPr>
      <p:grpSpPr>
        <a:xfrm>
          <a:off x="0" y="0"/>
          <a:ext cx="0" cy="0"/>
          <a:chOff x="0" y="0"/>
          <a:chExt cx="0" cy="0"/>
        </a:xfrm>
      </p:grpSpPr>
      <p:cxnSp>
        <p:nvCxnSpPr>
          <p:cNvPr id="973" name="Google Shape;973;p26"/>
          <p:cNvCxnSpPr/>
          <p:nvPr/>
        </p:nvCxnSpPr>
        <p:spPr>
          <a:xfrm flipH="1" rot="10800000">
            <a:off x="1639909" y="2383476"/>
            <a:ext cx="8115300" cy="18900"/>
          </a:xfrm>
          <a:prstGeom prst="straightConnector1">
            <a:avLst/>
          </a:prstGeom>
          <a:noFill/>
          <a:ln cap="rnd" cmpd="sng" w="28575">
            <a:solidFill>
              <a:srgbClr val="136447"/>
            </a:solidFill>
            <a:prstDash val="solid"/>
            <a:round/>
            <a:headEnd len="sm" w="sm" type="none"/>
            <a:tailEnd len="sm" w="sm" type="none"/>
          </a:ln>
        </p:spPr>
      </p:cxnSp>
      <p:sp>
        <p:nvSpPr>
          <p:cNvPr id="974" name="Google Shape;974;p26"/>
          <p:cNvSpPr txBox="1"/>
          <p:nvPr/>
        </p:nvSpPr>
        <p:spPr>
          <a:xfrm>
            <a:off x="456400" y="346325"/>
            <a:ext cx="15671400" cy="18885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508"/>
              <a:buFont typeface="Arial"/>
              <a:buNone/>
            </a:pPr>
            <a:r>
              <a:rPr b="1" i="0" lang="en-US" sz="5508" u="none" cap="none" strike="noStrike">
                <a:solidFill>
                  <a:srgbClr val="136447"/>
                </a:solidFill>
                <a:latin typeface="Poppins"/>
                <a:ea typeface="Poppins"/>
                <a:cs typeface="Poppins"/>
                <a:sym typeface="Poppins"/>
              </a:rPr>
              <a:t>The Hindbrain - Basic Life Support</a:t>
            </a:r>
            <a:endParaRPr b="1" i="0" sz="55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108"/>
              <a:buFont typeface="Arial"/>
              <a:buNone/>
            </a:pPr>
            <a:r>
              <a:rPr b="1" i="0" lang="en-US" sz="5108" u="none" cap="none" strike="noStrike">
                <a:solidFill>
                  <a:srgbClr val="0000FF"/>
                </a:solidFill>
                <a:latin typeface="Poppins"/>
                <a:ea typeface="Poppins"/>
                <a:cs typeface="Poppins"/>
                <a:sym typeface="Poppins"/>
              </a:rPr>
              <a:t>El cerebro posterior - Soporte vital básico</a:t>
            </a:r>
            <a:endParaRPr b="1" i="0" sz="5108" u="none" cap="none" strike="noStrike">
              <a:solidFill>
                <a:srgbClr val="0000FF"/>
              </a:solidFill>
              <a:latin typeface="Poppins"/>
              <a:ea typeface="Poppins"/>
              <a:cs typeface="Poppins"/>
              <a:sym typeface="Poppins"/>
            </a:endParaRPr>
          </a:p>
        </p:txBody>
      </p:sp>
      <p:sp>
        <p:nvSpPr>
          <p:cNvPr id="975" name="Google Shape;975;p26"/>
          <p:cNvSpPr txBox="1"/>
          <p:nvPr/>
        </p:nvSpPr>
        <p:spPr>
          <a:xfrm>
            <a:off x="631825" y="2676125"/>
            <a:ext cx="17434500" cy="1787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2D2F3B"/>
                </a:solidFill>
                <a:latin typeface="Poppins Medium"/>
                <a:ea typeface="Poppins Medium"/>
                <a:cs typeface="Poppins Medium"/>
                <a:sym typeface="Poppins Medium"/>
              </a:rPr>
              <a:t>Controls essential automatic bodily functions and is evolutionarily the most ancient part of the brain</a:t>
            </a:r>
            <a:endParaRPr b="1" i="0" sz="27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Controla funciones corporales automáticas esenciales y es, evolutivamente, la parte más antigua del cerebro.</a:t>
            </a:r>
            <a:endParaRPr b="1" i="0" sz="2700" u="none" cap="none" strike="noStrike">
              <a:solidFill>
                <a:srgbClr val="0000FF"/>
              </a:solidFill>
              <a:latin typeface="Poppins Medium"/>
              <a:ea typeface="Poppins Medium"/>
              <a:cs typeface="Poppins Medium"/>
              <a:sym typeface="Poppins Medium"/>
            </a:endParaRPr>
          </a:p>
        </p:txBody>
      </p:sp>
      <p:grpSp>
        <p:nvGrpSpPr>
          <p:cNvPr id="976" name="Google Shape;976;p26"/>
          <p:cNvGrpSpPr/>
          <p:nvPr/>
        </p:nvGrpSpPr>
        <p:grpSpPr>
          <a:xfrm>
            <a:off x="994675" y="4736976"/>
            <a:ext cx="4781806" cy="5236075"/>
            <a:chOff x="0" y="-57150"/>
            <a:chExt cx="700036" cy="766539"/>
          </a:xfrm>
        </p:grpSpPr>
        <p:sp>
          <p:nvSpPr>
            <p:cNvPr id="977" name="Google Shape;977;p26"/>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26"/>
            <p:cNvSpPr txBox="1"/>
            <p:nvPr/>
          </p:nvSpPr>
          <p:spPr>
            <a:xfrm>
              <a:off x="0" y="-57150"/>
              <a:ext cx="699900" cy="766500"/>
            </a:xfrm>
            <a:prstGeom prst="rect">
              <a:avLst/>
            </a:prstGeom>
            <a:solidFill>
              <a:srgbClr val="F4CCCC"/>
            </a:solid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979" name="Google Shape;979;p26"/>
          <p:cNvSpPr txBox="1"/>
          <p:nvPr/>
        </p:nvSpPr>
        <p:spPr>
          <a:xfrm>
            <a:off x="1147424" y="4980063"/>
            <a:ext cx="4476300" cy="1517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Medulla Oblongata | </a:t>
            </a:r>
            <a:r>
              <a:rPr b="1" i="0" lang="en-US" sz="2900" u="none" cap="none" strike="noStrike">
                <a:solidFill>
                  <a:srgbClr val="0000FF"/>
                </a:solidFill>
                <a:latin typeface="Poppins"/>
                <a:ea typeface="Poppins"/>
                <a:cs typeface="Poppins"/>
                <a:sym typeface="Poppins"/>
              </a:rPr>
              <a:t>El bulbo raquídeo</a:t>
            </a:r>
            <a:endParaRPr b="1" i="0" sz="2900" u="none" cap="none" strike="noStrike">
              <a:solidFill>
                <a:srgbClr val="0000FF"/>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900"/>
              <a:buFont typeface="Arial"/>
              <a:buNone/>
            </a:pPr>
            <a:r>
              <a:t/>
            </a:r>
            <a:endParaRPr b="1" i="0" sz="2900" u="none" cap="none" strike="noStrike">
              <a:solidFill>
                <a:srgbClr val="13655A"/>
              </a:solidFill>
              <a:latin typeface="Poppins"/>
              <a:ea typeface="Poppins"/>
              <a:cs typeface="Poppins"/>
              <a:sym typeface="Poppins"/>
            </a:endParaRPr>
          </a:p>
        </p:txBody>
      </p:sp>
      <p:grpSp>
        <p:nvGrpSpPr>
          <p:cNvPr id="980" name="Google Shape;980;p26"/>
          <p:cNvGrpSpPr/>
          <p:nvPr/>
        </p:nvGrpSpPr>
        <p:grpSpPr>
          <a:xfrm>
            <a:off x="6753100" y="4736964"/>
            <a:ext cx="4781806" cy="5236075"/>
            <a:chOff x="0" y="-57150"/>
            <a:chExt cx="700036" cy="766539"/>
          </a:xfrm>
        </p:grpSpPr>
        <p:sp>
          <p:nvSpPr>
            <p:cNvPr id="981" name="Google Shape;981;p26"/>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4CCCC"/>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26"/>
            <p:cNvSpPr txBox="1"/>
            <p:nvPr/>
          </p:nvSpPr>
          <p:spPr>
            <a:xfrm>
              <a:off x="0" y="-57150"/>
              <a:ext cx="699900" cy="766500"/>
            </a:xfrm>
            <a:prstGeom prst="rect">
              <a:avLst/>
            </a:prstGeom>
            <a:solidFill>
              <a:srgbClr val="F4CCCC"/>
            </a:solid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983" name="Google Shape;983;p26"/>
          <p:cNvSpPr txBox="1"/>
          <p:nvPr/>
        </p:nvSpPr>
        <p:spPr>
          <a:xfrm>
            <a:off x="7398302" y="4980051"/>
            <a:ext cx="3491400" cy="981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Cerebellum | </a:t>
            </a:r>
            <a:r>
              <a:rPr b="1" i="0" lang="en-US" sz="2900" u="none" cap="none" strike="noStrike">
                <a:solidFill>
                  <a:srgbClr val="0000FF"/>
                </a:solidFill>
                <a:latin typeface="Poppins"/>
                <a:ea typeface="Poppins"/>
                <a:cs typeface="Poppins"/>
                <a:sym typeface="Poppins"/>
              </a:rPr>
              <a:t>Cerebelo</a:t>
            </a:r>
            <a:endParaRPr b="0" i="0" sz="2800" u="none" cap="none" strike="noStrike">
              <a:solidFill>
                <a:srgbClr val="0000FF"/>
              </a:solidFill>
              <a:latin typeface="Arial"/>
              <a:ea typeface="Arial"/>
              <a:cs typeface="Arial"/>
              <a:sym typeface="Arial"/>
            </a:endParaRPr>
          </a:p>
        </p:txBody>
      </p:sp>
      <p:grpSp>
        <p:nvGrpSpPr>
          <p:cNvPr id="984" name="Google Shape;984;p26"/>
          <p:cNvGrpSpPr/>
          <p:nvPr/>
        </p:nvGrpSpPr>
        <p:grpSpPr>
          <a:xfrm>
            <a:off x="12511525" y="4736976"/>
            <a:ext cx="4781806" cy="5236075"/>
            <a:chOff x="0" y="-57150"/>
            <a:chExt cx="700036" cy="766539"/>
          </a:xfrm>
        </p:grpSpPr>
        <p:sp>
          <p:nvSpPr>
            <p:cNvPr id="985" name="Google Shape;985;p26"/>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4CCCC"/>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26"/>
            <p:cNvSpPr txBox="1"/>
            <p:nvPr/>
          </p:nvSpPr>
          <p:spPr>
            <a:xfrm>
              <a:off x="0" y="-57150"/>
              <a:ext cx="699900" cy="766500"/>
            </a:xfrm>
            <a:prstGeom prst="rect">
              <a:avLst/>
            </a:prstGeom>
            <a:solidFill>
              <a:srgbClr val="F4CCCC"/>
            </a:solid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987" name="Google Shape;987;p26"/>
          <p:cNvSpPr txBox="1"/>
          <p:nvPr/>
        </p:nvSpPr>
        <p:spPr>
          <a:xfrm>
            <a:off x="13156677" y="4980063"/>
            <a:ext cx="3491400" cy="981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Pons | </a:t>
            </a:r>
            <a:r>
              <a:rPr b="1" i="0" lang="en-US" sz="2900" u="none" cap="none" strike="noStrike">
                <a:solidFill>
                  <a:srgbClr val="0000FF"/>
                </a:solidFill>
                <a:latin typeface="Poppins"/>
                <a:ea typeface="Poppins"/>
                <a:cs typeface="Poppins"/>
                <a:sym typeface="Poppins"/>
              </a:rPr>
              <a:t>Puente de Varolio</a:t>
            </a:r>
            <a:endParaRPr b="0" i="0" sz="2800" u="none" cap="none" strike="noStrike">
              <a:solidFill>
                <a:srgbClr val="0000FF"/>
              </a:solidFill>
              <a:latin typeface="Arial"/>
              <a:ea typeface="Arial"/>
              <a:cs typeface="Arial"/>
              <a:sym typeface="Arial"/>
            </a:endParaRPr>
          </a:p>
        </p:txBody>
      </p:sp>
      <p:sp>
        <p:nvSpPr>
          <p:cNvPr id="988" name="Google Shape;988;p26"/>
          <p:cNvSpPr txBox="1"/>
          <p:nvPr/>
        </p:nvSpPr>
        <p:spPr>
          <a:xfrm>
            <a:off x="1245075" y="6181950"/>
            <a:ext cx="4281000" cy="3472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400"/>
              <a:buFont typeface="Arial"/>
              <a:buNone/>
            </a:pPr>
            <a:r>
              <a:rPr b="0" i="0" lang="en-US" sz="2400" u="none" cap="none" strike="noStrike">
                <a:solidFill>
                  <a:srgbClr val="13655A"/>
                </a:solidFill>
                <a:latin typeface="Poppins"/>
                <a:ea typeface="Poppins"/>
                <a:cs typeface="Poppins"/>
                <a:sym typeface="Poppins"/>
              </a:rPr>
              <a:t>Controls vital autonomic functions (breathing, heartbeat, digestion)</a:t>
            </a:r>
            <a:endParaRPr b="0" i="0" sz="24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400"/>
              <a:buFont typeface="Arial"/>
              <a:buNone/>
            </a:pPr>
            <a:r>
              <a:t/>
            </a:r>
            <a:endParaRPr b="0" i="0" sz="24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400"/>
              <a:buFont typeface="Arial"/>
              <a:buNone/>
            </a:pPr>
            <a:r>
              <a:rPr b="0" i="0" lang="en-US" sz="2400" u="none" cap="none" strike="noStrike">
                <a:solidFill>
                  <a:srgbClr val="0000FF"/>
                </a:solidFill>
                <a:latin typeface="Poppins"/>
                <a:ea typeface="Poppins"/>
                <a:cs typeface="Poppins"/>
                <a:sym typeface="Poppins"/>
              </a:rPr>
              <a:t>Controla las funciones autonómicas vitales (respiración, latidos del corazón, digestión)</a:t>
            </a:r>
            <a:endParaRPr b="0" i="0" sz="2400" u="none" cap="none" strike="noStrike">
              <a:solidFill>
                <a:srgbClr val="0000FF"/>
              </a:solidFill>
              <a:latin typeface="Poppins"/>
              <a:ea typeface="Poppins"/>
              <a:cs typeface="Poppins"/>
              <a:sym typeface="Poppins"/>
            </a:endParaRPr>
          </a:p>
        </p:txBody>
      </p:sp>
      <p:sp>
        <p:nvSpPr>
          <p:cNvPr id="989" name="Google Shape;989;p26"/>
          <p:cNvSpPr txBox="1"/>
          <p:nvPr/>
        </p:nvSpPr>
        <p:spPr>
          <a:xfrm>
            <a:off x="12761925" y="5961975"/>
            <a:ext cx="4281000" cy="4217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100"/>
              <a:buFont typeface="Arial"/>
              <a:buNone/>
            </a:pPr>
            <a:r>
              <a:rPr b="0" i="0" lang="en-US" sz="2100" u="none" cap="none" strike="noStrike">
                <a:solidFill>
                  <a:srgbClr val="13655A"/>
                </a:solidFill>
                <a:latin typeface="Poppins"/>
                <a:ea typeface="Poppins"/>
                <a:cs typeface="Poppins"/>
                <a:sym typeface="Poppins"/>
              </a:rPr>
              <a:t>Relays signals between the rest of the brain and the cerebellum; Coordinates signals between different brain regions</a:t>
            </a:r>
            <a:endParaRPr b="0" i="0" sz="21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100"/>
              <a:buFont typeface="Arial"/>
              <a:buNone/>
            </a:pPr>
            <a:r>
              <a:t/>
            </a:r>
            <a:endParaRPr b="0" i="0" sz="2100" u="none" cap="none" strike="noStrike">
              <a:solidFill>
                <a:srgbClr val="351C75"/>
              </a:solidFill>
              <a:latin typeface="Poppins"/>
              <a:ea typeface="Poppins"/>
              <a:cs typeface="Poppins"/>
              <a:sym typeface="Poppins"/>
            </a:endParaRPr>
          </a:p>
          <a:p>
            <a:pPr indent="0" lvl="0" marL="0" marR="0" rtl="0" algn="ctr">
              <a:lnSpc>
                <a:spcPct val="120000"/>
              </a:lnSpc>
              <a:spcBef>
                <a:spcPts val="0"/>
              </a:spcBef>
              <a:spcAft>
                <a:spcPts val="0"/>
              </a:spcAft>
              <a:buClr>
                <a:schemeClr val="dk1"/>
              </a:buClr>
              <a:buSzPts val="1100"/>
              <a:buFont typeface="Arial"/>
              <a:buNone/>
            </a:pPr>
            <a:r>
              <a:rPr b="0" i="0" lang="en-US" sz="2100" u="none" cap="none" strike="noStrike">
                <a:solidFill>
                  <a:srgbClr val="0000FF"/>
                </a:solidFill>
                <a:latin typeface="Poppins"/>
                <a:ea typeface="Poppins"/>
                <a:cs typeface="Poppins"/>
                <a:sym typeface="Poppins"/>
              </a:rPr>
              <a:t>Transmite señales entre el resto del cerebro y el cerebelo;</a:t>
            </a:r>
            <a:endParaRPr b="0" i="0" sz="2100" u="none" cap="none" strike="noStrike">
              <a:solidFill>
                <a:srgbClr val="0000FF"/>
              </a:solidFill>
              <a:latin typeface="Poppins"/>
              <a:ea typeface="Poppins"/>
              <a:cs typeface="Poppins"/>
              <a:sym typeface="Poppins"/>
            </a:endParaRPr>
          </a:p>
          <a:p>
            <a:pPr indent="0" lvl="0" marL="0" marR="0" rtl="0" algn="ctr">
              <a:lnSpc>
                <a:spcPct val="120000"/>
              </a:lnSpc>
              <a:spcBef>
                <a:spcPts val="0"/>
              </a:spcBef>
              <a:spcAft>
                <a:spcPts val="0"/>
              </a:spcAft>
              <a:buClr>
                <a:schemeClr val="dk1"/>
              </a:buClr>
              <a:buSzPts val="1100"/>
              <a:buFont typeface="Arial"/>
              <a:buNone/>
            </a:pPr>
            <a:r>
              <a:rPr b="0" i="0" lang="en-US" sz="2100" u="none" cap="none" strike="noStrike">
                <a:solidFill>
                  <a:srgbClr val="0000FF"/>
                </a:solidFill>
                <a:latin typeface="Poppins"/>
                <a:ea typeface="Poppins"/>
                <a:cs typeface="Poppins"/>
                <a:sym typeface="Poppins"/>
              </a:rPr>
              <a:t>Coordina las señales entre las diferentes regiones del cerebro</a:t>
            </a:r>
            <a:endParaRPr b="0" i="0" sz="2100" u="none" cap="none" strike="noStrike">
              <a:solidFill>
                <a:srgbClr val="0000FF"/>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200"/>
              <a:buFont typeface="Arial"/>
              <a:buNone/>
            </a:pPr>
            <a:r>
              <a:t/>
            </a:r>
            <a:endParaRPr b="0" i="0" sz="2200" u="none" cap="none" strike="noStrike">
              <a:solidFill>
                <a:srgbClr val="0000FF"/>
              </a:solidFill>
              <a:latin typeface="Poppins"/>
              <a:ea typeface="Poppins"/>
              <a:cs typeface="Poppins"/>
              <a:sym typeface="Poppins"/>
            </a:endParaRPr>
          </a:p>
        </p:txBody>
      </p:sp>
      <p:sp>
        <p:nvSpPr>
          <p:cNvPr id="990" name="Google Shape;990;p26"/>
          <p:cNvSpPr txBox="1"/>
          <p:nvPr/>
        </p:nvSpPr>
        <p:spPr>
          <a:xfrm>
            <a:off x="6950063" y="5943300"/>
            <a:ext cx="4427400" cy="4079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500"/>
              <a:buFont typeface="Arial"/>
              <a:buNone/>
            </a:pPr>
            <a:r>
              <a:rPr b="0" i="0" lang="en-US" sz="2500" u="none" cap="none" strike="noStrike">
                <a:solidFill>
                  <a:srgbClr val="13655A"/>
                </a:solidFill>
                <a:latin typeface="Poppins"/>
                <a:ea typeface="Poppins"/>
                <a:cs typeface="Poppins"/>
                <a:sym typeface="Poppins"/>
              </a:rPr>
              <a:t>Responsible for coordinating movement, balance, and posture; procedural memory</a:t>
            </a:r>
            <a:endParaRPr b="0" i="0" sz="25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500"/>
              <a:buFont typeface="Arial"/>
              <a:buNone/>
            </a:pPr>
            <a:r>
              <a:t/>
            </a:r>
            <a:endParaRPr b="0" i="0" sz="25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500"/>
              <a:buFont typeface="Arial"/>
              <a:buNone/>
            </a:pPr>
            <a:r>
              <a:rPr b="0" i="0" lang="en-US" sz="2500" u="none" cap="none" strike="noStrike">
                <a:solidFill>
                  <a:srgbClr val="0000FF"/>
                </a:solidFill>
                <a:latin typeface="Poppins"/>
                <a:ea typeface="Poppins"/>
                <a:cs typeface="Poppins"/>
                <a:sym typeface="Poppins"/>
              </a:rPr>
              <a:t>Responsable de coordinar el movimiento, el equilibrio y la postura; memoria procedimental</a:t>
            </a:r>
            <a:endParaRPr b="0" i="0" sz="2500" u="none" cap="none" strike="noStrike">
              <a:solidFill>
                <a:srgbClr val="0000FF"/>
              </a:solidFill>
              <a:latin typeface="Poppins"/>
              <a:ea typeface="Poppins"/>
              <a:cs typeface="Poppins"/>
              <a:sym typeface="Poppi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94" name="Shape 994"/>
        <p:cNvGrpSpPr/>
        <p:nvPr/>
      </p:nvGrpSpPr>
      <p:grpSpPr>
        <a:xfrm>
          <a:off x="0" y="0"/>
          <a:ext cx="0" cy="0"/>
          <a:chOff x="0" y="0"/>
          <a:chExt cx="0" cy="0"/>
        </a:xfrm>
      </p:grpSpPr>
      <p:cxnSp>
        <p:nvCxnSpPr>
          <p:cNvPr id="995" name="Google Shape;995;p27"/>
          <p:cNvCxnSpPr/>
          <p:nvPr/>
        </p:nvCxnSpPr>
        <p:spPr>
          <a:xfrm flipH="1" rot="10800000">
            <a:off x="1132934" y="2375776"/>
            <a:ext cx="8115300" cy="18900"/>
          </a:xfrm>
          <a:prstGeom prst="straightConnector1">
            <a:avLst/>
          </a:prstGeom>
          <a:noFill/>
          <a:ln cap="rnd" cmpd="sng" w="28575">
            <a:solidFill>
              <a:srgbClr val="136447"/>
            </a:solidFill>
            <a:prstDash val="solid"/>
            <a:round/>
            <a:headEnd len="sm" w="sm" type="none"/>
            <a:tailEnd len="sm" w="sm" type="none"/>
          </a:ln>
        </p:spPr>
      </p:cxnSp>
      <p:sp>
        <p:nvSpPr>
          <p:cNvPr id="996" name="Google Shape;996;p27"/>
          <p:cNvSpPr txBox="1"/>
          <p:nvPr/>
        </p:nvSpPr>
        <p:spPr>
          <a:xfrm>
            <a:off x="791075" y="204025"/>
            <a:ext cx="15606600" cy="1843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Cerebellum - “Little Brain”</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Cerebelo - “cerebro pequeño”</a:t>
            </a:r>
            <a:endParaRPr b="1" i="0" sz="5208" u="none" cap="none" strike="noStrike">
              <a:solidFill>
                <a:srgbClr val="0000FF"/>
              </a:solidFill>
              <a:latin typeface="Poppins"/>
              <a:ea typeface="Poppins"/>
              <a:cs typeface="Poppins"/>
              <a:sym typeface="Poppins"/>
            </a:endParaRPr>
          </a:p>
        </p:txBody>
      </p:sp>
      <p:sp>
        <p:nvSpPr>
          <p:cNvPr id="997" name="Google Shape;997;p27"/>
          <p:cNvSpPr txBox="1"/>
          <p:nvPr/>
        </p:nvSpPr>
        <p:spPr>
          <a:xfrm>
            <a:off x="791075" y="2695100"/>
            <a:ext cx="16327500" cy="905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Located at the back and base of the skull | </a:t>
            </a:r>
            <a:r>
              <a:rPr b="1" i="0" lang="en-US" sz="2800" u="none" cap="none" strike="noStrike">
                <a:solidFill>
                  <a:srgbClr val="351C75"/>
                </a:solidFill>
                <a:latin typeface="Poppins Medium"/>
                <a:ea typeface="Poppins Medium"/>
                <a:cs typeface="Poppins Medium"/>
                <a:sym typeface="Poppins Medium"/>
              </a:rPr>
              <a:t>Ubicado en la parte posterior y la base del cráneo</a:t>
            </a:r>
            <a:endParaRPr b="1" i="0" sz="2800" u="none" cap="none" strike="noStrike">
              <a:solidFill>
                <a:srgbClr val="351C75"/>
              </a:solidFill>
              <a:latin typeface="Poppins Medium"/>
              <a:ea typeface="Poppins Medium"/>
              <a:cs typeface="Poppins Medium"/>
              <a:sym typeface="Poppins Medium"/>
            </a:endParaRPr>
          </a:p>
        </p:txBody>
      </p:sp>
      <p:sp>
        <p:nvSpPr>
          <p:cNvPr id="998" name="Google Shape;998;p27"/>
          <p:cNvSpPr txBox="1"/>
          <p:nvPr/>
        </p:nvSpPr>
        <p:spPr>
          <a:xfrm>
            <a:off x="791082" y="3876338"/>
            <a:ext cx="15606600" cy="1884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1F1F1F"/>
                </a:solidFill>
                <a:latin typeface="Poppins Medium"/>
                <a:ea typeface="Poppins Medium"/>
                <a:cs typeface="Poppins Medium"/>
                <a:sym typeface="Poppins Medium"/>
              </a:rPr>
              <a:t>Responsible for balance, learning movement, coordination, and refining motor control | </a:t>
            </a:r>
            <a:r>
              <a:rPr b="1" i="0" lang="en-US" sz="2800" u="none" cap="none" strike="noStrike">
                <a:solidFill>
                  <a:srgbClr val="0000FF"/>
                </a:solidFill>
                <a:latin typeface="Poppins Medium"/>
                <a:ea typeface="Poppins Medium"/>
                <a:cs typeface="Poppins Medium"/>
                <a:sym typeface="Poppins Medium"/>
              </a:rPr>
              <a:t>Responsable del equilibrio, el aprendizaje del movimiento, la coordinación y el perfeccionamiento del control motor</a:t>
            </a:r>
            <a:endParaRPr b="1" i="0" sz="28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351C75"/>
              </a:solidFill>
              <a:latin typeface="Poppins Medium"/>
              <a:ea typeface="Poppins Medium"/>
              <a:cs typeface="Poppins Medium"/>
              <a:sym typeface="Poppins Medium"/>
            </a:endParaRPr>
          </a:p>
        </p:txBody>
      </p:sp>
      <p:sp>
        <p:nvSpPr>
          <p:cNvPr id="999" name="Google Shape;999;p27"/>
          <p:cNvSpPr txBox="1"/>
          <p:nvPr/>
        </p:nvSpPr>
        <p:spPr>
          <a:xfrm>
            <a:off x="791075" y="7498675"/>
            <a:ext cx="11313000" cy="1379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New research suggests that it also plays a role cognitive functions | </a:t>
            </a:r>
            <a:r>
              <a:rPr b="1" i="0" lang="en-US" sz="2800" u="none" cap="none" strike="noStrike">
                <a:solidFill>
                  <a:srgbClr val="0000FF"/>
                </a:solidFill>
                <a:latin typeface="Poppins Medium"/>
                <a:ea typeface="Poppins Medium"/>
                <a:cs typeface="Poppins Medium"/>
                <a:sym typeface="Poppins Medium"/>
              </a:rPr>
              <a:t>Nuevas investigaciones sugieren que también </a:t>
            </a:r>
            <a:r>
              <a:rPr b="1" lang="en-US" sz="2800">
                <a:solidFill>
                  <a:srgbClr val="0000FF"/>
                </a:solidFill>
                <a:latin typeface="Poppins Medium"/>
                <a:ea typeface="Poppins Medium"/>
                <a:cs typeface="Poppins Medium"/>
                <a:sym typeface="Poppins Medium"/>
              </a:rPr>
              <a:t>participa</a:t>
            </a:r>
            <a:r>
              <a:rPr b="1" i="0" lang="en-US" sz="2800" u="none" cap="none" strike="noStrike">
                <a:solidFill>
                  <a:srgbClr val="0000FF"/>
                </a:solidFill>
                <a:latin typeface="Poppins Medium"/>
                <a:ea typeface="Poppins Medium"/>
                <a:cs typeface="Poppins Medium"/>
                <a:sym typeface="Poppins Medium"/>
              </a:rPr>
              <a:t> en las funciones cognitivas</a:t>
            </a:r>
            <a:endParaRPr b="0" i="0" sz="2800" u="none" cap="none" strike="noStrike">
              <a:solidFill>
                <a:srgbClr val="0000FF"/>
              </a:solidFill>
              <a:latin typeface="Arial"/>
              <a:ea typeface="Arial"/>
              <a:cs typeface="Arial"/>
              <a:sym typeface="Arial"/>
            </a:endParaRPr>
          </a:p>
        </p:txBody>
      </p:sp>
      <p:sp>
        <p:nvSpPr>
          <p:cNvPr id="1000" name="Google Shape;1000;p27"/>
          <p:cNvSpPr txBox="1"/>
          <p:nvPr/>
        </p:nvSpPr>
        <p:spPr>
          <a:xfrm>
            <a:off x="791075" y="5592900"/>
            <a:ext cx="11313000" cy="1379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Contains about </a:t>
            </a:r>
            <a:r>
              <a:rPr b="1" i="1" lang="en-US" sz="2800" u="none" cap="none" strike="noStrike">
                <a:solidFill>
                  <a:srgbClr val="2D2F3B"/>
                </a:solidFill>
                <a:latin typeface="Poppins Medium"/>
                <a:ea typeface="Poppins Medium"/>
                <a:cs typeface="Poppins Medium"/>
                <a:sym typeface="Poppins Medium"/>
              </a:rPr>
              <a:t>HALF</a:t>
            </a:r>
            <a:r>
              <a:rPr b="1" i="0" lang="en-US" sz="2800" u="none" cap="none" strike="noStrike">
                <a:solidFill>
                  <a:srgbClr val="2D2F3B"/>
                </a:solidFill>
                <a:latin typeface="Poppins Medium"/>
                <a:ea typeface="Poppins Medium"/>
                <a:cs typeface="Poppins Medium"/>
                <a:sym typeface="Poppins Medium"/>
              </a:rPr>
              <a:t> of the neurons in the brain | </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Contiene aproximadamente la mitad de las neuronas del cerebro.</a:t>
            </a:r>
            <a:endParaRPr b="0" i="0" sz="2800" u="none" cap="none" strike="noStrike">
              <a:solidFill>
                <a:srgbClr val="0000FF"/>
              </a:solidFill>
              <a:latin typeface="Arial"/>
              <a:ea typeface="Arial"/>
              <a:cs typeface="Arial"/>
              <a:sym typeface="Arial"/>
            </a:endParaRPr>
          </a:p>
        </p:txBody>
      </p:sp>
      <p:pic>
        <p:nvPicPr>
          <p:cNvPr id="1001" name="Google Shape;1001;p27" title="Screenshot 2025-11-13 at 4.25.58 PM.png"/>
          <p:cNvPicPr preferRelativeResize="0"/>
          <p:nvPr/>
        </p:nvPicPr>
        <p:blipFill rotWithShape="1">
          <a:blip r:embed="rId3">
            <a:alphaModFix/>
          </a:blip>
          <a:srcRect b="0" l="0" r="0" t="0"/>
          <a:stretch/>
        </p:blipFill>
        <p:spPr>
          <a:xfrm>
            <a:off x="15420525" y="204025"/>
            <a:ext cx="2586651" cy="2358924"/>
          </a:xfrm>
          <a:prstGeom prst="rect">
            <a:avLst/>
          </a:prstGeom>
          <a:noFill/>
          <a:ln>
            <a:noFill/>
          </a:ln>
        </p:spPr>
      </p:pic>
      <p:pic>
        <p:nvPicPr>
          <p:cNvPr id="1002" name="Google Shape;1002;p27" title="Screenshot 2025-11-13 at 4.26.29 PM.png"/>
          <p:cNvPicPr preferRelativeResize="0"/>
          <p:nvPr/>
        </p:nvPicPr>
        <p:blipFill rotWithShape="1">
          <a:blip r:embed="rId4">
            <a:alphaModFix/>
          </a:blip>
          <a:srcRect b="0" l="0" r="0" t="0"/>
          <a:stretch/>
        </p:blipFill>
        <p:spPr>
          <a:xfrm>
            <a:off x="11788018" y="4927498"/>
            <a:ext cx="6400800" cy="5257800"/>
          </a:xfrm>
          <a:prstGeom prst="rect">
            <a:avLst/>
          </a:prstGeom>
          <a:noFill/>
          <a:ln>
            <a:noFill/>
          </a:ln>
        </p:spPr>
      </p:pic>
      <p:sp>
        <p:nvSpPr>
          <p:cNvPr id="1003" name="Google Shape;1003;p27"/>
          <p:cNvSpPr txBox="1"/>
          <p:nvPr/>
        </p:nvSpPr>
        <p:spPr>
          <a:xfrm>
            <a:off x="16397675" y="9738375"/>
            <a:ext cx="2211300" cy="743100"/>
          </a:xfrm>
          <a:prstGeom prst="rect">
            <a:avLst/>
          </a:prstGeom>
          <a:noFill/>
          <a:ln>
            <a:noFill/>
          </a:ln>
        </p:spPr>
        <p:txBody>
          <a:bodyPr anchorCtr="0" anchor="t" bIns="91425" lIns="91425" spcFirstLastPara="1" rIns="91425" wrap="square" tIns="91425">
            <a:noAutofit/>
          </a:bodyPr>
          <a:lstStyle/>
          <a:p>
            <a:pPr indent="0" lvl="0" marL="0" marR="0" rtl="0" algn="l">
              <a:lnSpc>
                <a:spcPct val="130009"/>
              </a:lnSpc>
              <a:spcBef>
                <a:spcPts val="0"/>
              </a:spcBef>
              <a:spcAft>
                <a:spcPts val="0"/>
              </a:spcAft>
              <a:buClr>
                <a:schemeClr val="dk1"/>
              </a:buClr>
              <a:buSzPts val="2608"/>
              <a:buFont typeface="Arial"/>
              <a:buNone/>
            </a:pPr>
            <a:r>
              <a:rPr b="0" i="0" lang="en-US" sz="2608" u="none" cap="none" strike="noStrike">
                <a:solidFill>
                  <a:srgbClr val="0000FF"/>
                </a:solidFill>
                <a:latin typeface="Poppins"/>
                <a:ea typeface="Poppins"/>
                <a:cs typeface="Poppins"/>
                <a:sym typeface="Poppins"/>
              </a:rPr>
              <a:t>Cerebelo</a:t>
            </a:r>
            <a:endParaRPr b="0" i="0" sz="600" u="none" cap="none" strike="noStrike">
              <a:solidFill>
                <a:srgbClr val="0000FF"/>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007" name="Shape 1007"/>
        <p:cNvGrpSpPr/>
        <p:nvPr/>
      </p:nvGrpSpPr>
      <p:grpSpPr>
        <a:xfrm>
          <a:off x="0" y="0"/>
          <a:ext cx="0" cy="0"/>
          <a:chOff x="0" y="0"/>
          <a:chExt cx="0" cy="0"/>
        </a:xfrm>
      </p:grpSpPr>
      <p:cxnSp>
        <p:nvCxnSpPr>
          <p:cNvPr id="1008" name="Google Shape;1008;p28"/>
          <p:cNvCxnSpPr/>
          <p:nvPr/>
        </p:nvCxnSpPr>
        <p:spPr>
          <a:xfrm flipH="1" rot="10800000">
            <a:off x="514359"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1009" name="Google Shape;1009;p28"/>
          <p:cNvSpPr txBox="1"/>
          <p:nvPr/>
        </p:nvSpPr>
        <p:spPr>
          <a:xfrm>
            <a:off x="514359" y="85125"/>
            <a:ext cx="8115300" cy="19854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608"/>
              <a:buFont typeface="Arial"/>
              <a:buNone/>
            </a:pPr>
            <a:r>
              <a:rPr b="1" i="0" lang="en-US" sz="5608" u="none" cap="none" strike="noStrike">
                <a:solidFill>
                  <a:srgbClr val="136447"/>
                </a:solidFill>
                <a:latin typeface="Poppins"/>
                <a:ea typeface="Poppins"/>
                <a:cs typeface="Poppins"/>
                <a:sym typeface="Poppins"/>
              </a:rPr>
              <a:t>Left Hemisphere</a:t>
            </a:r>
            <a:endParaRPr b="1" i="0" sz="5608"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5608"/>
              <a:buFont typeface="Arial"/>
              <a:buNone/>
            </a:pPr>
            <a:r>
              <a:rPr b="1" i="0" lang="en-US" sz="5608" u="none" cap="none" strike="noStrike">
                <a:solidFill>
                  <a:srgbClr val="0000FF"/>
                </a:solidFill>
                <a:latin typeface="Poppins"/>
                <a:ea typeface="Poppins"/>
                <a:cs typeface="Poppins"/>
                <a:sym typeface="Poppins"/>
              </a:rPr>
              <a:t>Hemisferio izquierdo</a:t>
            </a:r>
            <a:endParaRPr b="1" i="0" sz="5608" u="none" cap="none" strike="noStrike">
              <a:solidFill>
                <a:srgbClr val="0000FF"/>
              </a:solidFill>
              <a:latin typeface="Poppins"/>
              <a:ea typeface="Poppins"/>
              <a:cs typeface="Poppins"/>
              <a:sym typeface="Poppins"/>
            </a:endParaRPr>
          </a:p>
        </p:txBody>
      </p:sp>
      <p:sp>
        <p:nvSpPr>
          <p:cNvPr id="1010" name="Google Shape;1010;p28"/>
          <p:cNvSpPr txBox="1"/>
          <p:nvPr/>
        </p:nvSpPr>
        <p:spPr>
          <a:xfrm>
            <a:off x="514350" y="2746000"/>
            <a:ext cx="9258900" cy="2493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Language | </a:t>
            </a:r>
            <a:r>
              <a:rPr b="1" i="0" lang="en-US" sz="3000" u="none" cap="none" strike="noStrike">
                <a:solidFill>
                  <a:srgbClr val="0000FF"/>
                </a:solidFill>
                <a:latin typeface="Poppins Medium"/>
                <a:ea typeface="Poppins Medium"/>
                <a:cs typeface="Poppins Medium"/>
                <a:sym typeface="Poppins Medium"/>
              </a:rPr>
              <a:t>Idioma</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Logic | </a:t>
            </a:r>
            <a:r>
              <a:rPr b="1" i="0" lang="en-US" sz="3000" u="none" cap="none" strike="noStrike">
                <a:solidFill>
                  <a:srgbClr val="0000FF"/>
                </a:solidFill>
                <a:latin typeface="Poppins Medium"/>
                <a:ea typeface="Poppins Medium"/>
                <a:cs typeface="Poppins Medium"/>
                <a:sym typeface="Poppins Medium"/>
              </a:rPr>
              <a:t>Lógica</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Analytical Thinking | </a:t>
            </a:r>
            <a:r>
              <a:rPr b="1" i="0" lang="en-US" sz="3000" u="none" cap="none" strike="noStrike">
                <a:solidFill>
                  <a:srgbClr val="0000FF"/>
                </a:solidFill>
                <a:latin typeface="Poppins Medium"/>
                <a:ea typeface="Poppins Medium"/>
                <a:cs typeface="Poppins Medium"/>
                <a:sym typeface="Poppins Medium"/>
              </a:rPr>
              <a:t>Pensamiento analítico</a:t>
            </a:r>
            <a:endParaRPr b="1" i="0" sz="3000" u="none" cap="none" strike="noStrike">
              <a:solidFill>
                <a:srgbClr val="0000FF"/>
              </a:solidFill>
              <a:latin typeface="Poppins Medium"/>
              <a:ea typeface="Poppins Medium"/>
              <a:cs typeface="Poppins Medium"/>
              <a:sym typeface="Poppins Medium"/>
            </a:endParaRPr>
          </a:p>
        </p:txBody>
      </p:sp>
      <p:cxnSp>
        <p:nvCxnSpPr>
          <p:cNvPr id="1011" name="Google Shape;1011;p28"/>
          <p:cNvCxnSpPr/>
          <p:nvPr/>
        </p:nvCxnSpPr>
        <p:spPr>
          <a:xfrm flipH="1" rot="10800000">
            <a:off x="9628309"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1012" name="Google Shape;1012;p28"/>
          <p:cNvSpPr txBox="1"/>
          <p:nvPr/>
        </p:nvSpPr>
        <p:spPr>
          <a:xfrm>
            <a:off x="9628309" y="85125"/>
            <a:ext cx="8115300" cy="19854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608"/>
              <a:buFont typeface="Arial"/>
              <a:buNone/>
            </a:pPr>
            <a:r>
              <a:rPr b="1" i="0" lang="en-US" sz="5608" u="none" cap="none" strike="noStrike">
                <a:solidFill>
                  <a:srgbClr val="136447"/>
                </a:solidFill>
                <a:latin typeface="Poppins"/>
                <a:ea typeface="Poppins"/>
                <a:cs typeface="Poppins"/>
                <a:sym typeface="Poppins"/>
              </a:rPr>
              <a:t>Right Hemisphere</a:t>
            </a:r>
            <a:endParaRPr b="1" i="0" sz="5608" u="none" cap="none" strike="noStrike">
              <a:solidFill>
                <a:srgbClr val="136447"/>
              </a:solidFill>
              <a:latin typeface="Poppins"/>
              <a:ea typeface="Poppins"/>
              <a:cs typeface="Poppins"/>
              <a:sym typeface="Poppins"/>
            </a:endParaRPr>
          </a:p>
          <a:p>
            <a:pPr indent="0" lvl="0" marL="0" marR="0" rtl="0" algn="ctr">
              <a:lnSpc>
                <a:spcPct val="130009"/>
              </a:lnSpc>
              <a:spcBef>
                <a:spcPts val="0"/>
              </a:spcBef>
              <a:spcAft>
                <a:spcPts val="0"/>
              </a:spcAft>
              <a:buClr>
                <a:srgbClr val="000000"/>
              </a:buClr>
              <a:buSzPts val="5608"/>
              <a:buFont typeface="Arial"/>
              <a:buNone/>
            </a:pPr>
            <a:r>
              <a:rPr b="1" i="0" lang="en-US" sz="5608" u="none" cap="none" strike="noStrike">
                <a:solidFill>
                  <a:srgbClr val="0000FF"/>
                </a:solidFill>
                <a:latin typeface="Poppins"/>
                <a:ea typeface="Poppins"/>
                <a:cs typeface="Poppins"/>
                <a:sym typeface="Poppins"/>
              </a:rPr>
              <a:t>Hemisferio derecho</a:t>
            </a:r>
            <a:endParaRPr b="1" i="0" sz="5608" u="none" cap="none" strike="noStrike">
              <a:solidFill>
                <a:srgbClr val="0000FF"/>
              </a:solidFill>
              <a:latin typeface="Poppins"/>
              <a:ea typeface="Poppins"/>
              <a:cs typeface="Poppins"/>
              <a:sym typeface="Poppins"/>
            </a:endParaRPr>
          </a:p>
        </p:txBody>
      </p:sp>
      <p:sp>
        <p:nvSpPr>
          <p:cNvPr id="1013" name="Google Shape;1013;p28"/>
          <p:cNvSpPr txBox="1"/>
          <p:nvPr/>
        </p:nvSpPr>
        <p:spPr>
          <a:xfrm>
            <a:off x="9628300" y="2758188"/>
            <a:ext cx="9425100" cy="2493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Creativity | </a:t>
            </a:r>
            <a:r>
              <a:rPr b="1" i="0" lang="en-US" sz="3000" u="none" cap="none" strike="noStrike">
                <a:solidFill>
                  <a:srgbClr val="0000FF"/>
                </a:solidFill>
                <a:latin typeface="Poppins Medium"/>
                <a:ea typeface="Poppins Medium"/>
                <a:cs typeface="Poppins Medium"/>
                <a:sym typeface="Poppins Medium"/>
              </a:rPr>
              <a:t>Creatividad</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Spatial Ability | </a:t>
            </a:r>
            <a:r>
              <a:rPr b="1" i="0" lang="en-US" sz="3000" u="none" cap="none" strike="noStrike">
                <a:solidFill>
                  <a:srgbClr val="0000FF"/>
                </a:solidFill>
                <a:latin typeface="Poppins Medium"/>
                <a:ea typeface="Poppins Medium"/>
                <a:cs typeface="Poppins Medium"/>
                <a:sym typeface="Poppins Medium"/>
              </a:rPr>
              <a:t>Habilidad espacial</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Emotional Cognition | </a:t>
            </a:r>
            <a:r>
              <a:rPr b="1" i="0" lang="en-US" sz="3000" u="none" cap="none" strike="noStrike">
                <a:solidFill>
                  <a:srgbClr val="0000FF"/>
                </a:solidFill>
                <a:latin typeface="Poppins Medium"/>
                <a:ea typeface="Poppins Medium"/>
                <a:cs typeface="Poppins Medium"/>
                <a:sym typeface="Poppins Medium"/>
              </a:rPr>
              <a:t>Cognición emocional</a:t>
            </a:r>
            <a:endParaRPr b="1" i="0" sz="3000" u="none" cap="none" strike="noStrike">
              <a:solidFill>
                <a:srgbClr val="0000FF"/>
              </a:solidFill>
              <a:latin typeface="Poppins Medium"/>
              <a:ea typeface="Poppins Medium"/>
              <a:cs typeface="Poppins Medium"/>
              <a:sym typeface="Poppins Medium"/>
            </a:endParaRPr>
          </a:p>
        </p:txBody>
      </p:sp>
      <p:pic>
        <p:nvPicPr>
          <p:cNvPr id="1014" name="Google Shape;1014;p28" title="Screenshot 2025-11-13 at 9.52.43 PM.png"/>
          <p:cNvPicPr preferRelativeResize="0"/>
          <p:nvPr/>
        </p:nvPicPr>
        <p:blipFill rotWithShape="1">
          <a:blip r:embed="rId3">
            <a:alphaModFix/>
          </a:blip>
          <a:srcRect b="0" l="0" r="0" t="0"/>
          <a:stretch/>
        </p:blipFill>
        <p:spPr>
          <a:xfrm>
            <a:off x="514350" y="5939445"/>
            <a:ext cx="4524995" cy="4195155"/>
          </a:xfrm>
          <a:prstGeom prst="rect">
            <a:avLst/>
          </a:prstGeom>
          <a:noFill/>
          <a:ln>
            <a:noFill/>
          </a:ln>
        </p:spPr>
      </p:pic>
      <p:pic>
        <p:nvPicPr>
          <p:cNvPr id="1015" name="Google Shape;1015;p28" title="Screenshot 2025-11-13 at 9.57.01 PM.png"/>
          <p:cNvPicPr preferRelativeResize="0"/>
          <p:nvPr/>
        </p:nvPicPr>
        <p:blipFill rotWithShape="1">
          <a:blip r:embed="rId4">
            <a:alphaModFix/>
          </a:blip>
          <a:srcRect b="0" l="0" r="0" t="0"/>
          <a:stretch/>
        </p:blipFill>
        <p:spPr>
          <a:xfrm>
            <a:off x="13248625" y="5939450"/>
            <a:ext cx="4205401" cy="4195150"/>
          </a:xfrm>
          <a:prstGeom prst="rect">
            <a:avLst/>
          </a:prstGeom>
          <a:noFill/>
          <a:ln>
            <a:noFill/>
          </a:ln>
        </p:spPr>
      </p:pic>
      <p:pic>
        <p:nvPicPr>
          <p:cNvPr id="1016" name="Google Shape;1016;p28" title="Screenshot 2025-11-13 at 10.01.04 PM.png"/>
          <p:cNvPicPr preferRelativeResize="0"/>
          <p:nvPr/>
        </p:nvPicPr>
        <p:blipFill rotWithShape="1">
          <a:blip r:embed="rId5">
            <a:alphaModFix/>
          </a:blip>
          <a:srcRect b="0" l="0" r="0" t="0"/>
          <a:stretch/>
        </p:blipFill>
        <p:spPr>
          <a:xfrm>
            <a:off x="6131583" y="5939445"/>
            <a:ext cx="6024818" cy="419515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20" name="Shape 1020"/>
        <p:cNvGrpSpPr/>
        <p:nvPr/>
      </p:nvGrpSpPr>
      <p:grpSpPr>
        <a:xfrm>
          <a:off x="0" y="0"/>
          <a:ext cx="0" cy="0"/>
          <a:chOff x="0" y="0"/>
          <a:chExt cx="0" cy="0"/>
        </a:xfrm>
      </p:grpSpPr>
      <p:cxnSp>
        <p:nvCxnSpPr>
          <p:cNvPr id="1021" name="Google Shape;1021;p29"/>
          <p:cNvCxnSpPr/>
          <p:nvPr/>
        </p:nvCxnSpPr>
        <p:spPr>
          <a:xfrm flipH="1" rot="10800000">
            <a:off x="1132934" y="2375776"/>
            <a:ext cx="8115300" cy="18900"/>
          </a:xfrm>
          <a:prstGeom prst="straightConnector1">
            <a:avLst/>
          </a:prstGeom>
          <a:noFill/>
          <a:ln cap="rnd" cmpd="sng" w="28575">
            <a:solidFill>
              <a:srgbClr val="136447"/>
            </a:solidFill>
            <a:prstDash val="solid"/>
            <a:round/>
            <a:headEnd len="sm" w="sm" type="none"/>
            <a:tailEnd len="sm" w="sm" type="none"/>
          </a:ln>
        </p:spPr>
      </p:cxnSp>
      <p:sp>
        <p:nvSpPr>
          <p:cNvPr id="1022" name="Google Shape;1022;p29"/>
          <p:cNvSpPr txBox="1"/>
          <p:nvPr/>
        </p:nvSpPr>
        <p:spPr>
          <a:xfrm>
            <a:off x="791075" y="204025"/>
            <a:ext cx="15606600" cy="1843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Looking at Brains - Activity</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lang="en-US" sz="5208">
                <a:solidFill>
                  <a:srgbClr val="0000FF"/>
                </a:solidFill>
                <a:latin typeface="Poppins"/>
                <a:ea typeface="Poppins"/>
                <a:cs typeface="Poppins"/>
                <a:sym typeface="Poppins"/>
              </a:rPr>
              <a:t>Observación de</a:t>
            </a:r>
            <a:r>
              <a:rPr b="1" i="0" lang="en-US" sz="5208" u="none" cap="none" strike="noStrike">
                <a:solidFill>
                  <a:srgbClr val="0000FF"/>
                </a:solidFill>
                <a:latin typeface="Poppins"/>
                <a:ea typeface="Poppins"/>
                <a:cs typeface="Poppins"/>
                <a:sym typeface="Poppins"/>
              </a:rPr>
              <a:t> cerebros - Actividad</a:t>
            </a:r>
            <a:endParaRPr b="1" i="0" sz="5208" u="none" cap="none" strike="noStrike">
              <a:solidFill>
                <a:srgbClr val="0000FF"/>
              </a:solidFill>
              <a:latin typeface="Poppins"/>
              <a:ea typeface="Poppins"/>
              <a:cs typeface="Poppins"/>
              <a:sym typeface="Poppins"/>
            </a:endParaRPr>
          </a:p>
        </p:txBody>
      </p:sp>
      <p:sp>
        <p:nvSpPr>
          <p:cNvPr id="1023" name="Google Shape;1023;p29"/>
          <p:cNvSpPr txBox="1"/>
          <p:nvPr/>
        </p:nvSpPr>
        <p:spPr>
          <a:xfrm>
            <a:off x="791075" y="2695100"/>
            <a:ext cx="16327500" cy="564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Brain areas are largely conserved across many species</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lang="en-US" sz="2800">
                <a:solidFill>
                  <a:srgbClr val="0000FF"/>
                </a:solidFill>
                <a:latin typeface="Poppins Medium"/>
                <a:ea typeface="Poppins Medium"/>
                <a:cs typeface="Poppins Medium"/>
                <a:sym typeface="Poppins Medium"/>
              </a:rPr>
              <a:t>M</a:t>
            </a:r>
            <a:r>
              <a:rPr b="1" i="0" lang="en-US" sz="2800" u="none" cap="none" strike="noStrike">
                <a:solidFill>
                  <a:srgbClr val="0000FF"/>
                </a:solidFill>
                <a:latin typeface="Poppins Medium"/>
                <a:ea typeface="Poppins Medium"/>
                <a:cs typeface="Poppins Medium"/>
                <a:sym typeface="Poppins Medium"/>
              </a:rPr>
              <a:t>uchas especies </a:t>
            </a:r>
            <a:r>
              <a:rPr b="1" lang="en-US" sz="2800">
                <a:solidFill>
                  <a:srgbClr val="0000FF"/>
                </a:solidFill>
                <a:latin typeface="Poppins Medium"/>
                <a:ea typeface="Poppins Medium"/>
                <a:cs typeface="Poppins Medium"/>
                <a:sym typeface="Poppins Medium"/>
              </a:rPr>
              <a:t>comparten áreas cerebrales similares</a:t>
            </a:r>
            <a:endParaRPr b="1" i="0" sz="28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t/>
            </a:r>
            <a:endParaRPr b="1" i="0" sz="28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1F1F1F"/>
                </a:solidFill>
                <a:latin typeface="Poppins Medium"/>
                <a:ea typeface="Poppins Medium"/>
                <a:cs typeface="Poppins Medium"/>
                <a:sym typeface="Poppins Medium"/>
              </a:rPr>
              <a:t>Today, we will be looking at preserved brains and trying to identify as many major lobes as we can: frontal, parietal, temporal, occipital. Also labeling structures such as the cerebellum and brainstem if possible.</a:t>
            </a:r>
            <a:endParaRPr b="1" i="0" sz="2800" u="none" cap="none" strike="noStrike">
              <a:solidFill>
                <a:srgbClr val="1F1F1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Hoy examinaremos cerebros conservados e intentaremos identificar tantos lóbulos principales como sea posible: frontal, parietal, temporal y occipital. También </a:t>
            </a:r>
            <a:r>
              <a:rPr b="1" lang="en-US" sz="2800">
                <a:solidFill>
                  <a:srgbClr val="0000FF"/>
                </a:solidFill>
                <a:latin typeface="Poppins Medium"/>
                <a:ea typeface="Poppins Medium"/>
                <a:cs typeface="Poppins Medium"/>
                <a:sym typeface="Poppins Medium"/>
              </a:rPr>
              <a:t>identificaremos</a:t>
            </a:r>
            <a:r>
              <a:rPr b="1" i="0" lang="en-US" sz="2800" u="none" cap="none" strike="noStrike">
                <a:solidFill>
                  <a:srgbClr val="0000FF"/>
                </a:solidFill>
                <a:latin typeface="Poppins Medium"/>
                <a:ea typeface="Poppins Medium"/>
                <a:cs typeface="Poppins Medium"/>
                <a:sym typeface="Poppins Medium"/>
              </a:rPr>
              <a:t> estructuras como el cerebelo y el tronco encefálico, si es posible.</a:t>
            </a:r>
            <a:endParaRPr b="1" i="0" sz="28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t/>
            </a:r>
            <a:endParaRPr b="1" i="0" sz="28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1F1F1F"/>
                </a:solidFill>
                <a:latin typeface="Poppins Medium"/>
                <a:ea typeface="Poppins Medium"/>
                <a:cs typeface="Poppins Medium"/>
                <a:sym typeface="Poppins Medium"/>
              </a:rPr>
              <a:t>Also note any differences you can see between each brain!</a:t>
            </a:r>
            <a:endParaRPr b="1" i="0" sz="2800" u="none" cap="none" strike="noStrike">
              <a:solidFill>
                <a:srgbClr val="1F1F1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¡Observ</a:t>
            </a:r>
            <a:r>
              <a:rPr b="1" lang="en-US" sz="2800">
                <a:solidFill>
                  <a:srgbClr val="0000FF"/>
                </a:solidFill>
                <a:latin typeface="Poppins Medium"/>
                <a:ea typeface="Poppins Medium"/>
                <a:cs typeface="Poppins Medium"/>
                <a:sym typeface="Poppins Medium"/>
              </a:rPr>
              <a:t>en</a:t>
            </a:r>
            <a:r>
              <a:rPr b="1" i="0" lang="en-US" sz="2800" u="none" cap="none" strike="noStrike">
                <a:solidFill>
                  <a:srgbClr val="0000FF"/>
                </a:solidFill>
                <a:latin typeface="Poppins Medium"/>
                <a:ea typeface="Poppins Medium"/>
                <a:cs typeface="Poppins Medium"/>
                <a:sym typeface="Poppins Medium"/>
              </a:rPr>
              <a:t> también cualquier diferencia que pueda</a:t>
            </a:r>
            <a:r>
              <a:rPr b="1" lang="en-US" sz="2800">
                <a:solidFill>
                  <a:srgbClr val="0000FF"/>
                </a:solidFill>
                <a:latin typeface="Poppins Medium"/>
                <a:ea typeface="Poppins Medium"/>
                <a:cs typeface="Poppins Medium"/>
                <a:sym typeface="Poppins Medium"/>
              </a:rPr>
              <a:t>n</a:t>
            </a:r>
            <a:r>
              <a:rPr b="1" i="0" lang="en-US" sz="2800" u="none" cap="none" strike="noStrike">
                <a:solidFill>
                  <a:srgbClr val="0000FF"/>
                </a:solidFill>
                <a:latin typeface="Poppins Medium"/>
                <a:ea typeface="Poppins Medium"/>
                <a:cs typeface="Poppins Medium"/>
                <a:sym typeface="Poppins Medium"/>
              </a:rPr>
              <a:t> apreciar entre cada cerebro!</a:t>
            </a:r>
            <a:endParaRPr b="1" i="0" sz="2800" u="none" cap="none" strike="noStrike">
              <a:solidFill>
                <a:srgbClr val="0000FF"/>
              </a:solidFill>
              <a:latin typeface="Poppins Medium"/>
              <a:ea typeface="Poppins Medium"/>
              <a:cs typeface="Poppins Medium"/>
              <a:sym typeface="Poppins Medium"/>
            </a:endParaRPr>
          </a:p>
        </p:txBody>
      </p:sp>
      <p:pic>
        <p:nvPicPr>
          <p:cNvPr id="1024" name="Google Shape;1024;p29" title="Screenshot 2026-01-16 at 2.24.21 PM.png"/>
          <p:cNvPicPr preferRelativeResize="0"/>
          <p:nvPr/>
        </p:nvPicPr>
        <p:blipFill rotWithShape="1">
          <a:blip r:embed="rId3">
            <a:alphaModFix/>
          </a:blip>
          <a:srcRect b="0" l="0" r="0" t="0"/>
          <a:stretch/>
        </p:blipFill>
        <p:spPr>
          <a:xfrm>
            <a:off x="13307475" y="204025"/>
            <a:ext cx="4635726" cy="25944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